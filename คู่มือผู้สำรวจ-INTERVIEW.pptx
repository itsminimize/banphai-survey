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>คู่มือฉบับปรับปรุงตามระบบล่าสุด — sync อัตโนมัติ, ผู้ควบคุมเลือกจากรายการ, การตรวจพิกัดไม่ครบ และรอบเก็บข้อมูล</a:t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2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3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4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5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6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7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8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9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10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11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12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13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14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15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16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17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18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19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/>
            </a:r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20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latin typeface="Kanit"/>
          <a:ea typeface="Kanit"/>
          <a:cs typeface="Kanit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25694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9464"/>
            <a:ext cx="137160" cy="2569464"/>
          </a:xfrm>
          <a:prstGeom prst="rect">
            <a:avLst/>
          </a:prstGeom>
          <a:solidFill>
            <a:srgbClr val="C2680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คู่มือการใช้งาน</a:t>
            </a:r>
            <a:endParaRPr lang="en-US" sz="21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ระบบ INTERVIEW</a:t>
            </a:r>
            <a:endParaRPr lang="en-US" sz="5000" dirty="0">
              <a:latin typeface="Kanit"/>
              <a:ea typeface="Kanit"/>
              <a:cs typeface="Kanit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7DD3FC"/>
                </a:solidFill>
                <a:latin typeface="Kanit"/>
                <a:ea typeface="Kanit"/>
                <a:cs typeface="Kanit"/>
              </a:rPr>
              <a:t>สำหรับผู้สำรวจภาคสนาม</a:t>
            </a:r>
            <a:endParaRPr lang="en-US" sz="2300" dirty="0">
              <a:latin typeface="Kanit"/>
              <a:ea typeface="Kanit"/>
              <a:cs typeface="Kani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871216"/>
            <a:ext cx="3840480" cy="228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6265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Kanit"/>
                <a:ea typeface="Kanit"/>
                <a:cs typeface="Kanit"/>
              </a:rPr>
              <a:t>โครงการวางผังเมืองรวม อำเภอบ้านไผ่ จังหวัดขอนแก่น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2331720" cy="530352"/>
          </a:xfrm>
          <a:prstGeom prst="roundRect">
            <a:avLst>
              <a:gd name="adj" fmla="val 17241"/>
            </a:avLst>
          </a:prstGeom>
          <a:solidFill>
            <a:srgbClr val="1E3A8A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204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🏠  Home Interview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54680" y="3520440"/>
            <a:ext cx="2697480" cy="530352"/>
          </a:xfrm>
          <a:prstGeom prst="roundRect">
            <a:avLst>
              <a:gd name="adj" fmla="val 17241"/>
            </a:avLst>
          </a:prstGeom>
          <a:solidFill>
            <a:srgbClr val="78350F"/>
          </a:solidFill>
          <a:ln w="15875">
            <a:solidFill>
              <a:srgbClr val="C268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35204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🚦  Roadside Interview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ฉบับปรับปรุง สิงหาคม 2569  ·  Home hi-v47  ·  Roadside ri-v44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สารบัญ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เนื้อหาในคู่มือ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80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เริ่มต้นใช้งาน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504" y="164592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มีอะไรใหม่ในเวอร์ชันนี้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ภาพรวมระบบ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เข้าสู่ระบบ · ดึงข้อมูล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80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🏠  Home Interview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09744" y="164592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ส่วนที่ 1 · 2 · 3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เงื่อนไขก่อนกด "เสร็จสิ้น"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ตรวจเที่ยวที่พิกัดไม่ครบ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443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680A"/>
                </a:solidFill>
                <a:latin typeface="Kanit"/>
                <a:ea typeface="Kanit"/>
                <a:cs typeface="Kanit"/>
              </a:rPr>
              <a:t>🚦  Roadside Interview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3504" y="3310128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เลือกจุดสำรวจ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กรอกข้อมูล 8 ขั้น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หลังบันทึก — รถคันถัดไป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2852928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9443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Kanit"/>
                <a:ea typeface="Kanit"/>
                <a:cs typeface="Kanit"/>
              </a:rPr>
              <a:t>ส่งข้อมูล · ข้อควรระวัง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9744" y="3310128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Sync อัตโนมัติ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รอบเก็บข้อมูล · นาฬิกาเครื่อง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ข้อควรระวัง · สรุป Workflow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สิ่งที่เปลี่ยนไป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มีอะไรใหม่ในเวอร์ชันนี้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ถ้าเคยใช้ระบบมาก่อน อ่านหน้านี้หน้าเดียวก็ทำงานต่อได้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☁️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42829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Sync อัตโนมัติทุกครั้งที่กดบันทึก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67518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ไม่ต้องรอกดปุ่มเอง ข้อมูลขึ้นระบบทันทีที่บันทึก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842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👔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202265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ชื่อผู้ควบคุม = เลือกจากรายการ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226954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เปลี่ยนจากพิมพ์เอง เป็นกดเลือก — พิมพ์ผิดไม่ได้อีก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786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🔒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3000" y="261701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ชื่อผู้สำรวจถูกล็อกอัตโนมัติ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286390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ดึงจากชื่อที่ login แก้ไม่ได้ ชื่อจึงตรงกันทุกบ้าน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729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📍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21137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ไล่หาพิกัดที่ขาดได้ถึงตัวเที่ยว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345826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การ์ดสีแดงไล่จากบ้าน → สมาชิก → เที่ยว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673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📦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380573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รอบเก็บข้อมูล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" y="405262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ระบบรู้ว่าข้อมูลไหนเป็นของรอบเก่า และไม่ส่งขึ้นระบบ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✅  วิธีกรอกแบบสอบถามเหมือนเดิมทุกอย่าง — ที่เปลี่ยนคือระบบช่วยกันพลาดให้มากขึ้น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ภาพรวมระบบ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ระบบ INTERVIEW คืออะไร?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ระบบบันทึกข้อมูลสำรวจการเดินทาง ใช้ผ่านมือถือ ทำงานออฟไลน์ได้ ส่งขึ้น Cloud อัตโนมัติ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023360" cy="1737360"/>
          </a:xfrm>
          <a:prstGeom prst="roundRect">
            <a:avLst>
              <a:gd name="adj" fmla="val 4737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🏠  Home Interview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84708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สำรวจข้อมูลครัวเรือน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บันทึกสมาชิกแต่ละคน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บันทึกการเดินทางทุกเที่ยว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ใช้ GPS ระบุตำแหน่งบ้าน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4023360" cy="1737360"/>
          </a:xfrm>
          <a:prstGeom prst="roundRect">
            <a:avLst>
              <a:gd name="adj" fmla="val 473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680A"/>
                </a:solidFill>
                <a:latin typeface="Kanit"/>
                <a:ea typeface="Kanit"/>
                <a:cs typeface="Kanit"/>
              </a:rPr>
              <a:t>🚦  Roadside Interview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9744" y="184708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สำรวจยานพาหนะริมถนน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บันทึกทีละคันด้วย Wizard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ประจำจุดสำรวจ เลือกทิศก่อน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ครอบคลุม 9 ประเภทยานพาหนะ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8229600" cy="96012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28416"/>
            <a:ext cx="7827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เก็บลงเครื่องก่อนเสมอ  →  ส่งขึ้น Cloud อัตโนมัติเมื่อมีเน็ต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" y="3657600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บันทึกได้แม้ไม่มีสัญญาณ ระบบเข้าคิวไว้ให้ · ข้อมูลสำรองบน Cloud ปลอดภัยแม้มือถือเสียหาย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Kanit"/>
                <a:ea typeface="Kanit"/>
                <a:cs typeface="Kanit"/>
              </a:rPr>
              <a:t>📱  ติดตั้งเป็นแอปได้ — กด "เพิ่มลงหน้าจอหลัก" ในเบราว์เซอร์ เปิดใช้ได้เหมือนแอปทั่วไป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การเข้าสู่ระบบ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วิธีเข้าใช้งาน (ทั้ง Home และ Roadside)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เปิดลิงก์ที่ได้รับในเบราว์เซอร์ → เลือก "เข้าใช้งานเป็นผู้สำรวจ" → กรอกชื่อ–นามสกุล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3619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1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435974"/>
            <a:ext cx="740664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เปิดแอปในเบราว์เซอร์มือถือ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1732239"/>
            <a:ext cx="74066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Home: /banphai-survey/Home/   ·   Roadside: /banphai-survey/Roadside/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24942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2149206"/>
            <a:ext cx="740664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กดปุ่ม "📋 เข้าใช้งานเป็นผู้สำรวจ"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2445471"/>
            <a:ext cx="74066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ห้ามกด "🔐 เข้าสู่ระบบ" — ปุ่มนั้นของผู้ควบคุมและผู้ดูแล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816352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2962656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3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2862438"/>
            <a:ext cx="740664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กรอกชื่อจริง และนามสกุล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158703"/>
            <a:ext cx="74066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ห้ามใส่คำนำหน้า (นาย/นาง/นางสาว) · ตัวอย่าง: สมชาย ใจดี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367588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4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3575670"/>
            <a:ext cx="740664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กดปุ่ม "เข้าใช้งาน"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" y="3871935"/>
            <a:ext cx="74066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ระบบดึงข้อมูลของคุณจาก Cloud ให้อัตโนมัติ (ต้องมีเน็ต)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⚠️  พิมพ์ชื่อ–นามสกุลให้ตรงกันทุกครั้ง — ต่างแม้ตัวเดียว ระบบจะมองว่าเป็นคนละคน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การดึงข้อมูล (Pull)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ดึงข้อมูลจาก Cloud มาไว้ในเครื่อง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ก่อนเริ่มสำรวจแต่ละวัน แนะนำให้ดึงข้อมูลเพื่อให้เครื่องเป็นปัจจุบัน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Auto-Pull อัตโนมัติ 🤖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8470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login สำเร็จ = ระบบดึงให้เอง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(ถ้าเกิน 5 นาทีจากครั้งก่อน)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ไม่ต้องทำอะไรเพิ่ม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ดึงเองด้วยปุ่ม 👆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9744" y="18470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 "☁️ ดึงข้อมูล" ที่หน้าหลัก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ใช้เมื่อต้องการโหลดใหม่ทันที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หรือเพิ่งเปิดแอปในเครื่องใหม่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สิ่งที่ได้รับหลังดึงข้อมูล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23697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🏠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3236976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Home — ครัวเรือนที่คุณสำรวจไว้ก่อนหน้า (ของตัวเองเท่านั้น)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36027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🚦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3602736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Roadside — จุดสำรวจทั้งหมด + การสำรวจของคุณในแต่ละจุด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" y="39684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💾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3968496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งานในเครื่องที่ยังไม่ได้ส่งขึ้นระบบ จะไม่ถูกลบทิ้ง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Kanit"/>
                <a:ea typeface="Kanit"/>
                <a:cs typeface="Kanit"/>
              </a:rPr>
              <a:t>💡  การดึงข้อมูลต้องใช้เน็ต — ถ้าออฟไลน์ ระบบจะใช้ข้อมูลในเครื่องที่มีอยู่ต่อได้ตามปกติ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🏠  Home Interview — ส่วนที่ 1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เพิ่มครัวเรือน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 "+ เพิ่มครัวเรือน" → กรอกข้อมูลใน pop-up → กด "บันทึก"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0233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ผู้สำรวจ และ ที่อยู่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84708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6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🔒 ชื่อ–สกุลผู้สำรวจ (ล็อกอัตโนมัติ)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6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👔 ชื่อผู้ควบคุม — เลือกจากรายการ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6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วันที่เดินทางของครัวเรือน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6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📍 พิกัด GPS (กดดึงอัตโนมัติ)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6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บ้านเลขที่ / หมู่ / ซอย / ถนน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6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ตำบล / อำเภอ / จังหวัด · เบอร์โทร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40233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ข้อมูลครัวเรือน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9744" y="184708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7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ประเภทที่อยู่อาศัย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67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จำนวนผู้อยู่อาศัย (แยก 8 ช่อง)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67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รายได้ครัวเรือน (บาท/เดือน)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67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ยานพาหนะที่มี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621792"/>
          </a:xfrm>
          <a:prstGeom prst="roundRect">
            <a:avLst>
              <a:gd name="adj" fmla="val 13235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11880"/>
            <a:ext cx="7827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Kanit"/>
                <a:ea typeface="Kanit"/>
                <a:cs typeface="Kanit"/>
              </a:rPr>
              <a:t>เปลี่ยนใหม่: ช่องชื่อผู้สำรวจพิมพ์ไม่ได้แล้ว · ช่องผู้ควบคุมเป็นรายการให้เลือก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⚠️  ช่องที่มี * ต้องกรอกครบก่อนบันทึก · กด 📍 แล้วระบบเติมตำบล/อำเภอให้อัตโนมัติ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🏠  Home Interview — ส่วนที่ 2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บันทึกข้อมูลสมาชิก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 "+ เพิ่มสมาชิก" ทีละคน → กรอกข้อมูล → กด "บันทึก → ไปส่วนที่ 3"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5212080" cy="2432304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ข้อมูลที่ต้องกรอก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8653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🔴</a:t>
            </a:r>
            <a:endParaRPr lang="en-US" sz="11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4128" y="186537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เพศ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○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4128" y="21762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อายุ (ปี) · สถานะในบ้าน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24871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🔴</a:t>
            </a:r>
            <a:endParaRPr lang="en-US" sz="11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24128" y="248716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สถานะการทำงาน / เรียน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27980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○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4128" y="279806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อาชีพ · ระดับการศึกษา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1089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🔴</a:t>
            </a:r>
            <a:endParaRPr lang="en-US" sz="11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4128" y="31089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รายได้บุคคล (หรือ "ไม่ระบุ")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34198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○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24128" y="341985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ที่ทำงาน / สถานศึกษา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52160" y="1389888"/>
            <a:ext cx="2834640" cy="2432304"/>
          </a:xfrm>
          <a:prstGeom prst="roundRect">
            <a:avLst>
              <a:gd name="adj" fmla="val 338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โควต้าสมาชิก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35040" y="1847088"/>
            <a:ext cx="25054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จำนวนที่เพิ่มได้ ขึ้นกับตาราง "จำนวนผู้อยู่อาศัย" ในส่วนที่ 1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indent="0" marL="0">
              <a:lnSpc>
                <a:spcPct val="110000"/>
              </a:lnSpc>
              <a:buNone/>
            </a:pPr>
            <a:endParaRPr lang="en-US" sz="1250" dirty="0">
              <a:latin typeface="Kanit"/>
              <a:ea typeface="Kanit"/>
              <a:cs typeface="Kanit"/>
            </a:endParaRPr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เช่น ชายทำงาน 2 คน → เพิ่มสมาชิกชายได้ 2 คน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indent="0" marL="0">
              <a:lnSpc>
                <a:spcPct val="110000"/>
              </a:lnSpc>
              <a:buNone/>
            </a:pPr>
            <a:endParaRPr lang="en-US" sz="1250" dirty="0">
              <a:latin typeface="Kanit"/>
              <a:ea typeface="Kanit"/>
              <a:cs typeface="Kanit"/>
            </a:endParaRPr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เด็กต่ำกว่า 6 ปี ไม่นับ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🔴 = ข้อมูลบังคับ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Kanit"/>
                <a:ea typeface="Kanit"/>
                <a:cs typeface="Kanit"/>
              </a:rPr>
              <a:t>💡  หลังบันทึกส่วนที่ 2 ระบบจะพาไปหน้าส่วนที่ 3 (การเดินทาง) ให้อัตโนมัติ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🏠  Home Interview — ส่วนที่ 3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บันทึกการเดินทาง (Trip Chain)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บันทึกทุกเที่ยวของวันสำรวจ เรียงตามเวลา จนถึงเที่ยวสุดท้ายที่กลับบ้าน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44752"/>
            <a:ext cx="7827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ต้นทางของเที่ยวถัดไป = ปลายทางของเที่ยวที่แล้ว — ระบบกรอกให้อัตโนมัติ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773936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7393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🏠 บ้าน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3120" y="17739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→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64792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ไปทำงาน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97480" y="1773936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77393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💼 ที่ทำงาน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0" y="17739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→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76472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ซื้อของ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09160" y="1773936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77393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🛒 ตลาด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26480" y="17739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→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788152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กลับบ้าน ✓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20840" y="1773936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77393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🏠 บ้าน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26883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ข้อมูลแต่ละเที่ยว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3017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ต้นทาง (อัตโนมัติ) + ลักษณะสถานที่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วัตถุประสงค์การเดินทาง *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ปลายทาง + ชื่อสถานที่ + พิกัด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เวลาออกเดินทาง *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09160" y="3017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ยานพาหนะ + เวลาใช้ + ค่าโดยสาร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เพิ่มได้หลายช่วง (มอไซค์ + สองแถว)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เวลาถึงปลายทาง (คำนวณให้)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สถานที่จอดรถ + ค่าจอด (ถ้ามี)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📍  เลือกปลายทางจากแผนที่หรือกด 📍 เสมอ — พิมพ์ชื่อเองจะทำให้เที่ยวนั้น "ไม่มีพิกัด"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🏠  Home Interview — เงื่อนไขสำคัญ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ข้อกำหนดก่อนกด "เสร็จสิ้น"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ระบบจะไม่ให้ปิดครัวเรือน ถ้ายังไม่ครบ 4 ข้อนี้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🔢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435974"/>
            <a:ext cx="740664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ต้องมีการเดินทางอย่างน้อย 2 เที่ยว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732239"/>
            <a:ext cx="74066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สมาชิกแต่ละคนต้องบันทึกอย่างน้อย 2 เที่ยว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🏠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2149206"/>
            <a:ext cx="740664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เที่ยวสุดท้ายต้องเป็น "กลับบ้าน"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2445471"/>
            <a:ext cx="74066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วัตถุประสงค์ของเที่ยวสุดท้ายต้องเลือก "กลับบ้าน" เท่านั้น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163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⏰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3000" y="2862438"/>
            <a:ext cx="740664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เวลาออกต้องไม่ย้อนกลับ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3158703"/>
            <a:ext cx="74066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เวลาออกต้องไม่น้อยกว่าเวลาถึงของเที่ยวก่อนหน้า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295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📋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575670"/>
            <a:ext cx="740664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สมาชิกต้องไม่เกินที่ระบุในส่วนที่ 1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3871935"/>
            <a:ext cx="7406640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ไม่เกินจำนวนชาย/หญิงในตาราง "จำนวนผู้อยู่อาศัย"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✅  กด "เสร็จสิ้น" สำเร็จ → กด "➡️ บ้านถัดไป" เพื่อเริ่มบ้านใหม่ได้ทันที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🏠  Home Interview — คุณภาพข้อมูล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ไล่หาเที่ยวที่ "ไม่มีพิกัด" ให้เจอ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เที่ยวที่ไม่มีพิกัดใช้วิเคราะห์ไม่ได้ — ระบบทำการ์ดสีแดงไล่ลงไปจนถึงตัวเที่ยว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813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Kanit"/>
                <a:ea typeface="Kanit"/>
                <a:cs typeface="Kanit"/>
              </a:rPr>
              <a:t>1. หน้ารายการครัวเรือน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การ์ดบ้านขึ้นป้ายเหลือง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"📍 เที่ยวไม่มีพิกัด"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0" y="1389888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→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37560" y="1389888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4813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Kanit"/>
                <a:ea typeface="Kanit"/>
                <a:cs typeface="Kanit"/>
              </a:rPr>
              <a:t>2. เข้าไปในบ้าน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02152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การ์ดสมาชิกที่มีปัญหา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เป็นสีแดง บอกจำนวนเที่ยว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0" y="1389888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→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389888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4813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Kanit"/>
                <a:ea typeface="Kanit"/>
                <a:cs typeface="Kanit"/>
              </a:rPr>
              <a:t>3. เข้าไปในสมาชิก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82512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การ์ดเที่ยวเป็นสีแดง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บอกว่าขาดพิกัดฝั่งไหน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175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วิธีแก้ให้ถูก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3504" y="33832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3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กดเข้าไปที่เที่ยวสีแดง → แก้ช่องปลายทาง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3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เลือกจากแผนที่ 🗺 หรือกด 📍 ใช้ตำแหน่งปัจจุบัน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3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แก้แล้วบันทึก ระบบส่งขึ้นทับของเดิมให้เอง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Kanit"/>
                <a:ea typeface="Kanit"/>
                <a:cs typeface="Kanit"/>
              </a:rPr>
              <a:t>📍  ปุ่ม "พิกัดไม่ครบ N" อยู่บนแถบตัวกรอง กดแล้วเหลือเฉพาะรายการที่ต้องแก้ (มีทั้ง 2 แอป)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268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🚦  Roadside Interview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เลือกจุดสำรวจ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หลัง login กด "☁️ ดึงข้อมูล" เพื่อโหลดรายชื่อจุดสำรวจที่ผู้ควบคุมสร้างไว้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680A"/>
                </a:solidFill>
                <a:latin typeface="Kanit"/>
                <a:ea typeface="Kanit"/>
                <a:cs typeface="Kanit"/>
              </a:rPr>
              <a:t>จุดของฉัน (สีเต็ม)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8470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กดเข้าไปได้ทันที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เห็นการสำรวจของตัวเอง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เพิ่มการสำรวจใหม่ได้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จุดสำรวจอื่น (จางลง)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9744" y="18470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กดดูได้ — ดูอย่างเดียว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เพิ่มการสำรวจไม่ได้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58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อยู่ใต้หัวข้อ "ดูได้อย่างเดียว"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ตัวช่วยค้นหาในหน้าจุดสำรวจ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182112"/>
            <a:ext cx="822960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82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🔎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318211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ค้นด้วยชื่อผู้สำรวจ  —  พิมพ์ชื่อเพื่อกรองรายการ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66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✅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35661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ตัวกรองสถานะ  —  ดูเฉพาะรายการสมบูรณ์ / ไม่สมบูรณ์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822960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502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📍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395020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พิกัดไม่ครบ  —  ไล่แก้จุดที่พิมพ์ชื่อสถานที่เอง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⚠️  ไม่เห็นจุดสำรวจ → กด "☁️ ดึงข้อมูล" ก่อน · ผู้สำรวจสร้างจุดสำรวจเองไม่ได้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268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🚦  Roadside Interview — Wizard ขั้นที่ 1–4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กรอกข้อมูลทีละขั้น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ระบบถามทีละหน้า กดเลือกแล้วข้ามให้อัตโนมัติ ใช้เวลา 1–2 นาที/คัน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1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14447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↔️  ทิศทาง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70432" y="17373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เลือกฝั่งที่ประจำ — ทำครั้งเดียว ใช้ต่อทุกคัน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258568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0432" y="21671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🚗  ประเภทยานพาหนะ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70432" y="24597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9 ประเภท ตั้งแต่จักรยานถึงรถบรรทุกพ่วง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2980944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3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70432" y="28895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👥  จำนวนคนในรถ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70432" y="31821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รวมคนขับ · กด 1–10 หรือ "มากกว่า 10 คน"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557016"/>
            <a:ext cx="8229600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3703320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4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70432" y="36118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🟢  ต้นทาง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70432" y="39044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ประเภทสถานที่ + ชื่อสถานที่ (เลือกจากแผนที่ได้)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📍  ต้นทาง/ปลายทาง ให้เลือกจากแผนที่ทุกครั้งที่ทำได้ — พิมพ์ชื่อเองจะไม่ได้พิกัด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268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🚦  Roadside Interview — Wizard ขั้นที่ 5–8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กรอกข้อมูลทีละขั้น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ครบ 8 ขั้นแล้วกด "บันทึก ✓" ระบบส่งขึ้น Cloud ให้ทันที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5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14447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🔴  ปลายทาง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70432" y="17373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ประเภทสถานที่ + ชื่อสถานที่ (เลือกจากแผนที่ได้)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258568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6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0432" y="21671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🎯  วัตถุประสงค์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70432" y="24597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เลือกจาก 11 วัตถุประสงค์การเดินทาง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2980944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7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70432" y="28895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📦  สินค้า (รถบรรทุก)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70432" y="31821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ชนิด + น้ำหนัก · ไม่ใช่รถบรรทุกระบบข้ามให้เอง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557016"/>
            <a:ext cx="8229600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3703320"/>
            <a:ext cx="384048" cy="384048"/>
          </a:xfrm>
          <a:prstGeom prst="ellipse">
            <a:avLst/>
          </a:prstGeom>
          <a:solidFill>
            <a:srgbClr val="C2680A"/>
          </a:solidFill>
          <a:ln w="12700">
            <a:solidFill>
              <a:srgbClr val="C268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8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70432" y="36118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💰  รายได้คนขับ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70432" y="39044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รายได้ต่อเดือน หรือกด "ข้าม" ถ้าไม่ทราบ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💡  แก้ไขย้อนหลังได้ — กลับหน้าจุดสำรวจแล้วกดที่รายการที่ต้องการ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268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🚦  Roadside Interview — หลังบันทึก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หน้า "บันทึกสำเร็จ" — 3 ตัวเลือก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หลังกด "บันทึก ✓" ระบบแสดงหน้ายืนยัน แล้วเลือกทำอย่างใดอย่างหนึ่ง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🚗</a:t>
            </a:r>
            <a:endParaRPr lang="en-US" sz="26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202996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รถคันถัดไป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" y="237744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ข้ามขั้นถามทิศ เริ่มจากประเภทรถทันที ใช้ทิศเดิม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5216" y="3236976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✅ แนะนำ — กดทุกคัน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37560" y="1389888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36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↔️</a:t>
            </a:r>
            <a:endParaRPr lang="en-US" sz="26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47288" y="202996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680A"/>
                </a:solidFill>
                <a:latin typeface="Kanit"/>
                <a:ea typeface="Kanit"/>
                <a:cs typeface="Kanit"/>
              </a:rPr>
              <a:t>เปลี่ยนทิศทาง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83864" y="237744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รีเซ็ตทิศ เริ่ม Wizard ใหม่ตั้งแต่ต้น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65576" y="3236976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680A"/>
                </a:solidFill>
                <a:latin typeface="Kanit"/>
                <a:ea typeface="Kanit"/>
                <a:cs typeface="Kanit"/>
              </a:rPr>
              <a:t>ใช้เมื่อย้ายฝั่ง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1389888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536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←</a:t>
            </a:r>
            <a:endParaRPr lang="en-US" sz="2600" dirty="0">
              <a:latin typeface="Kanit"/>
              <a:ea typeface="Kanit"/>
              <a:cs typeface="Kani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27648" y="202996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กลับหน้าจุดสำรวจ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64224" y="237744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ออกจาก Wizard กลับหน้ารายการ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45936" y="3236976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ใช้เมื่อต้องตรวจงาน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803904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แก้ไขย้อนหลังได้ — กลับหน้าจุดสำรวจแล้วกดที่รายการนั้น · เลขลำดับใช้ตรวจสอบความถูกต้องได้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💡  แก้ไขแล้วบันทึก ระบบส่งขึ้นทับข้อมูลเดิมบน Cloud ให้เอง ไม่ต้องกดอะไรเพิ่ม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การส่งข้อมูลขึ้นระบบ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Sync อัตโนมัติ — ไม่ต้องกดเอง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ตั้งแต่เวอร์ชันนี้ ทุกครั้งที่กด "บันทึก" ระบบส่งข้อมูลขึ้น Cloud ให้ทันที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6304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กดบันทึก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0352" y="17922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เก็บลงเครื่องก่อน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77440" y="138988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→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51760" y="1389888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46304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ส่งขึ้น Cloud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24912" y="17922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ทำงานเบื้องหลัง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138988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→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46320" y="1389888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46304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มีเน็ต → ขึ้นทันที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19472" y="17922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ป้าย sync อัปเดต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66560" y="1389888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→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40880" y="1389888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46304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ไม่มีเน็ต → เข้าคิว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14032" y="17922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ส่งเองเมื่อเน็ตกลับมา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2377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แล้วปุ่ม "☁️ Sync" ยังต้องกดไหม?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974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☁️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2734605"/>
            <a:ext cx="740664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กดตอนจบวันสักครั้ง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" y="2973263"/>
            <a:ext cx="7406640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ตัวเก็บตก — ไล่ส่งทุกอย่างที่ค้างในเครื่องขึ้นให้ครบ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24612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🕒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43000" y="3283245"/>
            <a:ext cx="740664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ดูป้าย "sync ล่าสุด"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43000" y="3521903"/>
            <a:ext cx="7406640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ถ้าขึ้น "⚠ ยังไม่เคย sync" แปลว่าข้อมูลยังอยู่แค่ในเครื่อง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947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🔄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43000" y="3831885"/>
            <a:ext cx="740664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กดซ้ำได้ ไม่มีผลเสีย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43000" y="4070543"/>
            <a:ext cx="7406640" cy="217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ระบบเขียนทับรายการเดิม sync กี่ครั้งข้อมูลก็ไม่ซ้ำ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Kanit"/>
                <a:ea typeface="Kanit"/>
                <a:cs typeface="Kanit"/>
              </a:rPr>
              <a:t>⚠️  ห้ามล้าง cache หรือถอนแอป ก่อนตรวจว่า sync ขึ้นแล้ว — งานที่ยังไม่ขึ้นจะหายถาวร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แถบเตือนที่อาจเจอ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รอบเก็บข้อมูล และนาฬิกาของเครื่อง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สองแถบนี้จะขึ้นบนหน้ารายการ ถ้าเจอให้จัดการก่อนเริ่มงาน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1280160"/>
          </a:xfrm>
          <a:prstGeom prst="roundRect">
            <a:avLst>
              <a:gd name="adj" fmla="val 6429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63040"/>
            <a:ext cx="7827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📦  มีข้อมูลเก่าค้างในเครื่องนี้ N รายการ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เป็นข้อมูลจากรอบก่อน (เช่น ข้อมูลทดสอบ) ระบบจะไม่ส่งขึ้น Cloud ให้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กดปุ่ม "🗑 ล้างข้อมูลเก่าออกจากเครื่อง" ได้เลย — ข้อมูลรอบปัจจุบันไม่ถูกแตะ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8229600" cy="1463040"/>
          </a:xfrm>
          <a:prstGeom prst="roundRect">
            <a:avLst>
              <a:gd name="adj" fmla="val 562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89504"/>
            <a:ext cx="7827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Kanit"/>
                <a:ea typeface="Kanit"/>
                <a:cs typeface="Kanit"/>
              </a:rPr>
              <a:t>⚠️  วันที่-เวลาของเครื่องนี้ไม่ถูกต้อง  —  ห้ามเริ่มเก็บข้อมูล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255264"/>
            <a:ext cx="7863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ข้อมูลที่บันทึกจะถูกมองว่าเป็นของรอบเก่า และส่งขึ้น Cloud ไม่ได้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แก้: ตั้งค่ามือถือ → วันที่และเวลา → เปิด "ตั้งเวลาอัตโนมัติ"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เปิดแอปใหม่ แถบหายแล้วจึงเริ่มเก็บข้อมูลได้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Kanit"/>
                <a:ea typeface="Kanit"/>
                <a:cs typeface="Kanit"/>
              </a:rPr>
              <a:t>🕒  ก่อนออกภาคสนามทุกวัน: เปิดแอปดูว่าไม่มีแถบแดง และป้ายเวอร์ชันมุมล่างซ้ายถูกต้อง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ข้อควรระวัง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สิ่งที่ต้องระวังให้ดี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5 ข้อนี้คือสาเหตุที่ทำให้ข้อมูลหายหรือใช้ไม่ได้บ่อยที่สุด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🔤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42829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พิมพ์ชื่อ–นามสกุลให้ตรงกันทุกครั้ง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67518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ชื่อคือกุญแจดึงข้อมูล ต่างแม้ตัวเดียวระบบมองเป็นคนละคน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842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💾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202265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ตรวจ "sync ล่าสุด" ก่อนล้าง cache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226954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ข้อมูลที่ยังไม่ขึ้นระบบจะหายถาวร กู้คืนไม่ได้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786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📍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3000" y="261701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เลือกสถานที่จากแผนที่ อย่าพิมพ์เอง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286390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พิมพ์เองจะไม่ได้พิกัด ทำให้เที่ยวนั้นขึ้นสีแดง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729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📶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21137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บันทึกออฟไลน์ได้ แต่ดึงข้อมูลต้องมีเน็ต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345826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วางแผนดึงข้อมูลตอนอยู่ในที่มีสัญญาณก่อนออกภาคสนาม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673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🔋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380573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ติดตั้ง PWA และชาร์จแบตให้พอ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" y="405262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GPS กินแบตมาก ควรพกพาวเวอร์แบงก์ไปด้วย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📞  ไม่แน่ใจตรงไหน ให้ถามผู้ควบคุมทีมทันที — อย่าเดาแล้วบันทึกไปก่อน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สรุป Workflow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ขั้นตอนทั้งหมดในหนึ่งวันสำรวจ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035808"/>
          </a:xfrm>
          <a:prstGeom prst="roundRect">
            <a:avLst>
              <a:gd name="adj" fmla="val 271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80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🏠  Home Interview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504" y="1645920"/>
            <a:ext cx="37490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เปิดแอป ตรวจว่าไม่มีแถบแดง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Login ด้วยชื่อ–สกุลจริง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ดึงข้อมูล (auto หรือกดเอง)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+ เพิ่มครัวเรือน → สมาชิก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บันทึกเที่ยว ≥ 2 เที่ยว/คน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เที่ยวสุดท้าย = "กลับบ้าน" ✓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 "เสร็จสิ้น" → บ้านถัดไป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จบวัน: ไล่ 📍 พิกัดไม่ครบ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035808"/>
          </a:xfrm>
          <a:prstGeom prst="roundRect">
            <a:avLst>
              <a:gd name="adj" fmla="val 271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80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680A"/>
                </a:solidFill>
                <a:latin typeface="Kanit"/>
                <a:ea typeface="Kanit"/>
                <a:cs typeface="Kanit"/>
              </a:rPr>
              <a:t>🚦  Roadside Interview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09744" y="1645920"/>
            <a:ext cx="37490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เปิดแอป ตรวจว่าไม่มีแถบแดง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Login ด้วยชื่อ–สกุลจริง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ดึงข้อมูล → เลือกจุดสำรวจ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+ เพิ่มการสำรวจ → เลือกทิศ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ประเภทรถ → จำนวนคน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ต้นทาง → ปลายทาง (จากแผนที่)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"รถคันถัดไป" → ทำซ้ำทุกคัน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84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จบวัน: ไล่ 📍 พิกัดไม่ครบ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☁️  ระบบ sync ให้อัตโนมัติทุกครั้งที่บันทึก · ก่อนเลิกงานกด "☁️ Sync" อีกครั้งเพื่อเก็บตก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พร้อมสำรวจแล้ว! 🎉</a:t>
            </a:r>
            <a:endParaRPr lang="en-US" sz="4200" dirty="0">
              <a:latin typeface="Kanit"/>
              <a:ea typeface="Kanit"/>
              <a:cs typeface="Kanit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Kanit"/>
                <a:ea typeface="Kanit"/>
                <a:cs typeface="Kanit"/>
              </a:rPr>
              <a:t>ขอให้การสำรวจราบรื่นทุกวัน 👋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11680" y="310896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31821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ติดปัญหา? ติดต่อผู้ควบคุมทีม หรือผู้ดูแลระบบ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03120" y="35844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Kanit"/>
                <a:ea typeface="Kanit"/>
                <a:cs typeface="Kanit"/>
              </a:rPr>
              <a:t>🌐  https://itsminimize.github.io/banphai-survey/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Kanit" panose="020F0302020204030204"/>
        <a:ea typeface="Kanit"/>
        <a:cs typeface="Kanit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Kanit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anit" panose="020F0502020204030204"/>
        <a:ea typeface="Kanit"/>
        <a:cs typeface="Kanit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Kanit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คู่มือผู้สำรวจ — ระบบ INTERVIEW</dc:title>
  <dc:subject>PptxGenJS Presentation</dc:subject>
  <dc:creator>Banphai Survey</dc:creator>
  <cp:lastModifiedBy>Banphai Survey</cp:lastModifiedBy>
  <cp:revision>1</cp:revision>
  <dcterms:created xsi:type="dcterms:W3CDTF">2026-08-05T09:43:18Z</dcterms:created>
  <dcterms:modified xsi:type="dcterms:W3CDTF">2026-08-05T09:43:18Z</dcterms:modified>
</cp:coreProperties>
</file>