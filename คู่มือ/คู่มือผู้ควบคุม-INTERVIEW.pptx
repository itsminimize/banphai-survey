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78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Kanit"/>
                <a:ea typeface="Kanit"/>
                <a:cs typeface="Kanit"/>
              </a:rPr>
              <a:t>คู่มือสำหรับบัญชีระดับ staff (ผู้ควบคุม) — สร้างจุดสำรวจได้ ตรวจงานทีมตัวเองได้ เข้า Dashboard เห็นเฉพาะทีมตัวเอง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2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3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4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5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6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7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8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9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10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11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12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13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Kanit"/>
              <a:ea typeface="Kanit"/>
              <a:cs typeface="Kan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Kanit"/>
                <a:ea typeface="Kanit"/>
                <a:cs typeface="Kanit"/>
              </a:rPr>
              <a:t>14</a:t>
            </a:fld>
            <a:endParaRPr lang="en-US">
              <a:latin typeface="Kanit"/>
              <a:ea typeface="Kanit"/>
              <a:cs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latin typeface="Kanit"/>
          <a:ea typeface="Kanit"/>
          <a:cs typeface="Kanit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25694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2569464"/>
            <a:ext cx="137160" cy="25694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คู่มือการใช้งาน</a:t>
            </a:r>
            <a:endParaRPr lang="en-US" sz="21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ระบบ INTERVIEW</a:t>
            </a:r>
            <a:endParaRPr lang="en-US" sz="5000" dirty="0">
              <a:latin typeface="Kanit"/>
              <a:ea typeface="Kanit"/>
              <a:cs typeface="Kani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5EEAD4"/>
                </a:solidFill>
                <a:latin typeface="Kanit"/>
                <a:ea typeface="Kanit"/>
                <a:cs typeface="Kanit"/>
              </a:rPr>
              <a:t>สำหรับผู้ควบคุม (Staff)</a:t>
            </a:r>
            <a:endParaRPr lang="en-US" sz="2300" dirty="0">
              <a:latin typeface="Kanit"/>
              <a:ea typeface="Kanit"/>
              <a:cs typeface="Kani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3840480" cy="2286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โครงการวางผังเมืองรวม อำเภอบ้านไผ่ จังหวัดขอนแก่น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194560" cy="530352"/>
          </a:xfrm>
          <a:prstGeom prst="roundRect">
            <a:avLst>
              <a:gd name="adj" fmla="val 17241"/>
            </a:avLst>
          </a:prstGeom>
          <a:solidFill>
            <a:srgbClr val="1E3A8A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🏠  Home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17520" y="3520440"/>
            <a:ext cx="2194560" cy="530352"/>
          </a:xfrm>
          <a:prstGeom prst="roundRect">
            <a:avLst>
              <a:gd name="adj" fmla="val 17241"/>
            </a:avLst>
          </a:prstGeom>
          <a:solidFill>
            <a:srgbClr val="78350F"/>
          </a:solidFill>
          <a:ln w="15875">
            <a:solidFill>
              <a:srgbClr val="C2680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017520" y="3520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3520440"/>
            <a:ext cx="2194560" cy="530352"/>
          </a:xfrm>
          <a:prstGeom prst="roundRect">
            <a:avLst>
              <a:gd name="adj" fmla="val 17241"/>
            </a:avLst>
          </a:prstGeom>
          <a:solidFill>
            <a:srgbClr val="134E4A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394960" y="3520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📊  Dashboard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ฉบับ สิงหาคม 2569  ·  ใช้คู่กับ "คู่มือผู้สำรวจ"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สารบัญ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เนื้อหาในคู่มือ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Kanit"/>
                <a:ea typeface="Kanit"/>
                <a:cs typeface="Kanit"/>
              </a:rPr>
              <a:t>รู้จักบทบาทของคุณ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6459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ผู้ควบคุมทำอะไรได้บ้าง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เข้าสู่ระบบด้วยอีเมล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"ชื่อผู้ควบคุม" = กุญแจจับคู่ทีม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86460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งานที่ต้องทำในแอป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9744" y="16459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สร้าง / แก้ไขจุดสำรวจ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ตรวจงานทีมในแอปสำรวจ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Export Excel ของทีม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58368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Dashboard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" y="331012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เริ่มใช้งานและอ่านผล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ขอบเขตที่คุณเห็น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285292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864608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Kanit"/>
                <a:ea typeface="Kanit"/>
                <a:cs typeface="Kanit"/>
              </a:rPr>
              <a:t>คุมคุณภาพและปัญหา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9744" y="331012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Checklist ก่อนปิดวัน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สิ่งที่ต้องแจ้งผู้ดูแล</a:t>
            </a:r>
            <a:endParaRPr lang="en-US" sz="14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4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ปัญหาที่พบบ่อย · Workflow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บทบาทของคุณ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ผู้ควบคุมทำอะไรได้บ้าง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ระบบมี 3 ระดับ — คุณคือ "ผู้ควบคุม" อยู่ตรงกลาง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975700"/>
              </p:ext>
            </p:extLst>
          </p:nvPr>
        </p:nvGraphicFramePr>
        <p:xfrm>
          <a:off x="457200" y="1389888"/>
          <a:ext cx="8229600" cy="29260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</a:rPr>
                        <a:t>ความสามารถ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</a:rPr>
                        <a:t>ผู้สำรวจ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EEAD4"/>
                          </a:solidFill>
                          <a:latin typeface="Kanit"/>
                          <a:ea typeface="Kanit"/>
                          <a:cs typeface="Kanit"/>
                        </a:rPr>
                        <a:t>ผู้ควบคุม (คุณ)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</a:rPr>
                        <a:t>ผู้ดูแลระบบ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วิธีเข้าสู่ระบบ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Kanit"/>
                          <a:ea typeface="Kanit"/>
                          <a:cs typeface="Kanit"/>
                        </a:rPr>
                        <a:t>ชื่อ–สกุล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Kanit"/>
                          <a:ea typeface="Kanit"/>
                          <a:cs typeface="Kanit"/>
                        </a:rPr>
                        <a:t>อีเมล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dirty="0">
                          <a:latin typeface="+mn-lt"/>
                          <a:ea typeface="+mn-ea"/>
                          <a:cs typeface="Kanit"/>
                        </a:rPr>
                        <a:t>อีเมล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บันทึกข้อมูลสำรวจ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เห็นข้อมูลของใคร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Kanit"/>
                          <a:ea typeface="Kanit"/>
                          <a:cs typeface="Kanit"/>
                        </a:rPr>
                        <a:t>ตัวเองเท่านั้น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Kanit"/>
                          <a:ea typeface="Kanit"/>
                          <a:cs typeface="Kanit"/>
                        </a:rPr>
                        <a:t>ทีมของตัวเอง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Kanit"/>
                          <a:ea typeface="Kanit"/>
                          <a:cs typeface="Kanit"/>
                        </a:rPr>
                        <a:t>ทั้งหมด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สร้าง / แก้ไขจุดสำรวจ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แก้ไขงานของลูกทีม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Export Excel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Kanit"/>
                          <a:ea typeface="Kanit"/>
                          <a:cs typeface="Kanit"/>
                        </a:rPr>
                        <a:t>เฉพาะทีมตัวเอง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Kanit"/>
                          <a:ea typeface="Kanit"/>
                          <a:cs typeface="Kanit"/>
                        </a:rPr>
                        <a:t>ทั้งหมด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เข้าหน้า Dashboard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Kanit"/>
                          <a:ea typeface="Kanit"/>
                          <a:cs typeface="Kanit"/>
                        </a:rPr>
                        <a:t>เฉพาะทีมตัวเอง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Kanit"/>
                          <a:ea typeface="Kanit"/>
                          <a:cs typeface="Kanit"/>
                        </a:rPr>
                        <a:t>ทั้งหมด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ลบออกจากระบบ · ถังขยะ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Kanit"/>
                          <a:ea typeface="Kanit"/>
                          <a:cs typeface="Kanit"/>
                        </a:rPr>
                        <a:t>จัดการบัญชี · ตั้งค่าระบบ</a:t>
                      </a:r>
                      <a:endParaRPr lang="en-US" sz="12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Kanit"/>
                          <a:ea typeface="Kanit"/>
                          <a:cs typeface="Kanit"/>
                        </a:rPr>
                        <a:t>✕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47857"/>
                          </a:solidFill>
                          <a:latin typeface="Kanit"/>
                          <a:ea typeface="Kanit"/>
                          <a:cs typeface="Kanit"/>
                        </a:rPr>
                        <a:t>✓</a:t>
                      </a:r>
                      <a:endParaRPr lang="en-US" sz="1400" dirty="0">
                        <a:latin typeface="Kanit"/>
                        <a:ea typeface="Kanit"/>
                        <a:cs typeface="Kanit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🧑‍💼  บัญชีของคุณใช้ได้ทั้ง 3 แอป ด้วยอีเมลและรหัสผ่านเดียวกัน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การเข้าสู่ระบบ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เข้าใช้งานด้วยอีเมลของคุณ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ผู้ดูแลระบบเป็นผู้สร้างบัญชีให้ — คุณจะได้รับอีเมลและรหัสผ่านตั้งต้น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688336" cy="1572768"/>
          </a:xfrm>
          <a:prstGeom prst="roundRect">
            <a:avLst>
              <a:gd name="adj" fmla="val 523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🏠 Home / 🚦 Roadside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เปิดแอป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"🔐 เข้าสู่ระบบ"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กรอกอีเมล + รหัสผ่าน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27832" y="1389888"/>
            <a:ext cx="2688336" cy="1572768"/>
          </a:xfrm>
          <a:prstGeom prst="roundRect">
            <a:avLst>
              <a:gd name="adj" fmla="val 523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429000" y="14813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Kanit"/>
                <a:ea typeface="Kanit"/>
                <a:cs typeface="Kanit"/>
              </a:rPr>
              <a:t>📊 Dashboard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74136" y="1847088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เปิดหน้า Dashboard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กรอกอีเมล + รหัสผ่าน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"เข้าสู่ระบบ"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98464" y="1389888"/>
            <a:ext cx="2688336" cy="1572768"/>
          </a:xfrm>
          <a:prstGeom prst="roundRect">
            <a:avLst>
              <a:gd name="adj" fmla="val 52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199632" y="148132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🔑 ลืมรหัสผ่าน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44768" y="1847088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 err="1">
                <a:solidFill>
                  <a:srgbClr val="334155"/>
                </a:solidFill>
                <a:latin typeface="Kanit"/>
                <a:ea typeface="Kanit"/>
                <a:cs typeface="Kanit"/>
              </a:rPr>
              <a:t>ทำได้ทั้ง 3 แอป</a:t>
            </a: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/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พิมพ์อีเมล → กด "ลืมรหัสผ่าน"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8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เปิดลิงก์ในอีเมล (ดู spam ด้วย)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58368" y="3182112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ครั้งแรกที่เข้าใช้งาน — ทำ 2 อย่างนี้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529584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เปลี่ยนรหัสผ่านทันที — ใน Dashboard กด "เปลี่ยนรหัสผ่าน" (อย่างน้อย 8 ตัว)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ตรวจว่ามุมขวาบนขึ้น 🧑‍💼 ชื่อคุณ · ผู้ควบคุม แปลว่าสิทธิ์ถูกต้องแล้ว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🔒  รหัสผ่านเป็นของคุณคนเดียว ห้ามให้ผู้สำรวจใช้ — เขาเข้าด้วยชื่อ–สกุลของตัวเอง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เรื่องสำคัญที่สุด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"ชื่อผู้ควบคุม" คือกุญแจจับคู่ทีม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ระบบผูกลูกทีมกับคุณด้วยชื่อผู้ควบคุมที่ติดอยู่กับข้อมูลแต่ละรายการ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1170432"/>
          </a:xfrm>
          <a:prstGeom prst="roundRect">
            <a:avLst>
              <a:gd name="adj" fmla="val 703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658368" y="1527048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749808" y="1591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Kanit"/>
                <a:ea typeface="Kanit"/>
                <a:cs typeface="Kanit"/>
              </a:rPr>
              <a:t>ผู้สำรวจกรอกบ้าน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เลือกชื่อผู้ควบคุมจากรายการ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35808" y="152704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0128" y="1527048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401568" y="1591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Kanit"/>
                <a:ea typeface="Kanit"/>
                <a:cs typeface="Kanit"/>
              </a:rPr>
              <a:t>ข้อมูลติดชื่อคุณ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01568" y="1920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บันทึกไว้ในรายการนั้น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87568" y="152704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Kanit"/>
                <a:ea typeface="Kanit"/>
                <a:cs typeface="Kanit"/>
              </a:rPr>
              <a:t>→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61888" y="1527048"/>
            <a:ext cx="23774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053328" y="1591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Kanit"/>
                <a:ea typeface="Kanit"/>
                <a:cs typeface="Kanit"/>
              </a:rPr>
              <a:t>คุณเห็นงานนั้น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53328" y="1920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ทั้งในแอปและ Dashboard</a:t>
            </a:r>
            <a:endParaRPr lang="en-US" sz="120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58368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✅  บอกลูกทีมทุกคน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ต้องเลือกชื่อคุณเท่านั้น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เป็นรายการให้เลือก พิมพ์เองไม่ได้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เลือกทุกบ้าน / ทุกจุด ห้ามข้าม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864608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Kanit"/>
                <a:ea typeface="Kanit"/>
                <a:cs typeface="Kanit"/>
              </a:rPr>
              <a:t>⚠️  ถ้าเลือกผิดจะเกิดอะไร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9744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งานไปโผล่ในทีมคนอื่น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คุณมองไม่เห็นทั้งแอปและ Dashboard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42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แก้โดยเปิดรายการนั้นแล้วเปลี่ยนช่อง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💡  ลูกทีมไม่เห็นชื่อคุณในรายการ? แจ้งผู้ดูแลให้เพิ่มชื่อคุณก่อนเริ่มงาน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2680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สร้างและแก้ไขจุดสำรวจ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ผู้สำรวจสร้างจุดเองไม่ได้ — คุณต้องสร้างให้ก่อน ลูกทีมจึงจะเริ่มเก็บข้อมูลได้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ขั้นตอน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login ด้วยอีเมลในแอป Roadside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"+ เพิ่มจุดสำรวจ"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กรอกข้อมูลให้ครบ แล้วบันทึก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ระบบส่งขึ้น Cloud อัตโนมัติ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บอกลูกทีมให้กด "☁️ ดึงข้อมูล"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2103120"/>
          </a:xfrm>
          <a:prstGeom prst="roundRect">
            <a:avLst>
              <a:gd name="adj" fmla="val 391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ช่องที่ต้องกรอก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2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รหัส / ชื่อจุดสำรวจ (เช่น MB01)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2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🔒 ผู้ควบคุม — ล็อกเป็นชื่อคุณ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2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ถนน / ทางหลวง · แกนถนน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2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📍 พิกัด GPS (แผนที่ หรือ GPS)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92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ตำบล / อำเภอ / จังหวัด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3611880"/>
            <a:ext cx="7827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แก้ไขภายหลัง: กดที่การ์ดจุดสำรวจ → แก้ไข → บันทึก · ข้อมูลสัมภาษณ์ใต้จุดนั้นไม่หาย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⚠️  สร้างจุดสำรวจให้ครบ "ก่อน" วันเก็บข้อมูลจริง — หน้างานอาจไม่มีสัญญาณ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งานประจำวัน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ตรวจงานทีมในแอปสำรวจ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เมื่อ login ด้วยบัญชีผู้ควบคุม แอปจะแสดงงานของทั้งทีม ไม่ใช่แค่ของตัวเอง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🏠  Home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เห็นทุกครัวเรือนของทีมคุณ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หัวรายการบอก "ทีม &lt;ชื่อคุณ&gt;"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แก้ไขข้อมูลของลูกทีมได้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ใช้ปุ่ม 📍 พิกัดไม่ครบ ไล่ทั้งทีม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1691640"/>
          </a:xfrm>
          <a:prstGeom prst="roundRect">
            <a:avLst>
              <a:gd name="adj" fmla="val 486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🚦  Roadside Interview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เห็นทุกจุดสำรวจของทีมคุณ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เห็นการสัมภาษณ์ของลูกทีมทุกคน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กรองด้วยชื่อ / สถานะได้</a:t>
            </a:r>
            <a:endParaRPr lang="en-US" sz="130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75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แก้ไขรายการของลูกทีมได้</a:t>
            </a:r>
            <a:endParaRPr lang="en-US" sz="130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3319272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⬇  Export Excel — ปุ่มอยู่มุมขวาบนของหน้ารายการ (ทั้ง 2 แอป)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64845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ได้เฉพาะทีมคุณ · แต่ละเที่ยวมีเลขโซนของบ้าน ต้นทาง ปลายทางให้แล้ว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กด "☁️ ดึงข้อมูล" ก่อน export ทุกครั้ง เพื่อให้ได้งานล่าสุดครบ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✏️  แก้งานลูกทีมแล้วบันทึก ระบบส่งขึ้นทับของเดิมให้เอง ลูกทีมเห็นเมื่อกดดึงข้อมูล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📊  Dashboard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ติดตามความคืบหน้าแบบเรียลไทม์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เปิดหน้า Dashboard → login ด้วยอีเมล → กด "โหลดข้อมูล" แล้วดูผลได้ทันที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🗂</a:t>
            </a:r>
            <a:endParaRPr lang="en-US" sz="17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1389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ติดตามงาน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17520" y="138988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จำนวนบ้าน/สัมภาษณ์ · แยกตามผู้สำรวจ · ความคืบหน้ารายจุด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📋</a:t>
            </a:r>
            <a:endParaRPr lang="en-US" sz="17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992" y="198424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OD Matrix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0" y="198424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ตารางต้นทาง–ปลายทางตามเลขโซน ใช้ตรวจว่าข้อมูลกระจายครบ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🗺</a:t>
            </a:r>
            <a:endParaRPr lang="en-US" sz="17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8992" y="257860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แผนที่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17520" y="257860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จุดบ้าน จุดสำรวจ และเส้นการเดินทางตามพิกัดจริง · ขยายเต็มจอได้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172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⏰</a:t>
            </a:r>
            <a:endParaRPr lang="en-US" sz="17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8992" y="3172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Peak Hour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17520" y="317296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การกระจายของเวลาเดินทาง ดูว่าเก็บครบทุกช่วงเวลาหรือยัง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48640" y="3767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📈</a:t>
            </a:r>
            <a:endParaRPr lang="en-US" sz="17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" y="37673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สถิติ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17520" y="376732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สรุปเชิงสถิติของข้อมูลที่เก็บมาแล้ว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🔄  Dashboard ไม่อัปเดตเอง — กด "โหลดข้อมูล" ใหม่ทุกครั้งที่อยากเห็นตัวเลขล่าสุด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📊  Dashboard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สิ่งที่คุณเห็น — เฉพาะทีมของคุณ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ระบบกรองให้ตั้งแต่ตอนดึงข้อมูล ไม่ใช่แค่ซ่อนหน้าจอ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Kanit"/>
                <a:ea typeface="Kanit"/>
                <a:cs typeface="Kanit"/>
              </a:rPr>
              <a:t>✅  คุณเห็น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ครัวเรือน/จุดสำรวจที่ระบุชื่อคุณ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ผลงานแยกรายผู้สำรวจในทีมคุณ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แผนที่ · OD Matrix · Peak Hour ของทีมคุณ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🚫  คุณไม่เห็น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9744" y="18470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ข้อมูลของทีมผู้ควบคุมคนอื่น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การ์ดเปรียบเทียบข้ามทีม (ซ่อนไว้)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หน้า tools ทั้งหมด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987552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3364992"/>
            <a:ext cx="7827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แถบสถานะด้านบนบอกอะไรบ้าง</a:t>
            </a:r>
            <a:endParaRPr lang="en-US" sz="16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694176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8350F"/>
                </a:solidFill>
                <a:latin typeface="Kanit"/>
                <a:ea typeface="Kanit"/>
                <a:cs typeface="Kanit"/>
              </a:rPr>
              <a:t>จำนวนครัวเรือน · จุดสำรวจ · สัมภาษณ์  ·  คำว่า "เฉพาะทีมของคุณ"  ·  ชื่อรอบเก็บข้อมูลปัจจุบัน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📉  ตัวเลขน้อยกว่าที่คิด? เช็คว่าลูกทีมเลือกชื่อผู้ควบคุมถูก และ sync ขึ้นระบบแล้ว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คุมคุณภาพข้อมูล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Checklist ก่อนปิดวัน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ไล่ 5 ข้อนี้ทุกเย็น — แก้วันต่อวันง่ายกว่ามาตามเก็บทีหลัง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621792" y="148132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42829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ยอดงานตรงกับที่ทีมรายงานไหม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67518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 Dashboard กด "โหลดข้อมูล" แล้วเทียบจำนวน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621792" y="207568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21792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02265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มีชื่อผู้สำรวจคนไหนหายไปไหม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26954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ถ้าชื่อไม่ขึ้น = ยังไม่ sync หรือเลือกผู้ควบคุมผิด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621792" y="267004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21792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261701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ชื่อผู้สำรวจสะกดตรงกันหรือเปล่า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286390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ชื่อเดียวกันแต่สะกดต่าง จะกลายเป็นคนละคนในรายงาน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621792" y="326440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21792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21137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ไล่ปุ่ม "📍 พิกัดไม่ครบ" ให้เหลือ 0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345826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ทำทั้ง Home และ Roadside — ไม่มีพิกัด = วิเคราะห์ไม่ได้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621792" y="385876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62179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" y="380573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ให้ทุกเครื่องกด "☁️ Sync" ก่อนเลิกงาน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3000" y="405262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ยืนยันว่าป้าย "sync ล่าสุด" เป็นเวลาวันนี้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Kanit"/>
                <a:ea typeface="Kanit"/>
                <a:cs typeface="Kanit"/>
              </a:rPr>
              <a:t>📅  เก็บข้อมูล 2,000 ครัวเรือนในวันเดียว — ตรวจเป็นช่วงๆ ระหว่างวัน ดีกว่ารอตอนเย็น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ขอบเขตของบัญชีผู้ควบคุม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สิ่งที่ทำเองไม่ได้ — ต้องแจ้งผู้ดูแล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ไม่ใช่ข้อจำกัดของหน้าจอ แต่ระบบปิดสิทธิ์ไว้ที่เซิร์ฟเวอร์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👥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42829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สร้าง / แก้ไข / ปิดบัญชีผู้ใช้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67518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รวมถึงเพิ่มชื่อผู้ควบคุมคนใหม่เข้ารายการให้ผู้สำรวจเลือก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🗑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02265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ลบข้อมูลออกจากระบบ · กู้จากถังขยะ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26954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พบข้อมูลผิดที่ต้องลบจริง แจ้งพร้อมรหัสบ้าน/จุดสำรวจ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261701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ตั้งรอบเก็บข้อมูล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86390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กำหนดว่ารอบปัจจุบันเริ่มเมื่อไหร่ ข้อมูลก่อนหน้าจะไม่ถูกนับ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172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🗺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21137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นำเข้าขอบเขตโซน (shapefile)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45826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เลขโซนที่ใช้ใน Export และ OD Matrix มาจากตรงนี้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4864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🔑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80573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ตั้งค่า API key ของแผนที่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405262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ถ้าแผนที่หรือการค้นหาสถานที่ใช้ไม่ได้ทั้งทีม แจ้งทันที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Kanit"/>
                <a:ea typeface="Kanit"/>
                <a:cs typeface="Kanit"/>
              </a:rPr>
              <a:t>📩  แจ้งผู้ดูแลให้ระบุ: ชื่อแอป · รหัสบ้าน/จุดสำรวจ · ชื่อผู้สำรวจ · เวลาที่เกิดเหตุ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แก้ปัญหาเบื้องต้น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ปัญหาที่พบบ่อยและวิธีแก้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ส่วนใหญ่แก้ได้ที่หน้างานโดยไม่ต้องรอผู้ดูแลระบบ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42829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ลูกทีมไม่เห็นจุดสำรวจ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67518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ให้กด "☁️ ดึงข้อมูล" ตอนมีเน็ต · ตรวจว่าจุดนั้นเป็นชื่อคุณ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02265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งานลูกทีมไม่ขึ้นใน Dashboard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26954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เขาเลือกผู้ควบคุมผิด — เปิดรายการนั้นแล้วแก้ช่องให้ถูก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261701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ชื่อผู้สำรวจซ้ำ / สะกดต่าง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86390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ให้ใช้ชื่อเดิมทุกครั้ง · ที่ผิดแล้วให้แก้แล้วบันทึกใหม่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1729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21137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เครื่องขึ้นแถบแดง "เวลาไม่ถูกต้อง"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45826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ห้ามเก็บข้อมูลต่อ — เปิด "ตั้งเวลาอัตโนมัติ" แล้วเปิดแอปใหม่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4864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Kanit"/>
                <a:ea typeface="Kanit"/>
                <a:cs typeface="Kanit"/>
              </a:rPr>
              <a:t>❓</a:t>
            </a:r>
            <a:endParaRPr lang="en-US" sz="1900" dirty="0">
              <a:latin typeface="Kanit"/>
              <a:ea typeface="Kanit"/>
              <a:cs typeface="Kani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805733"/>
            <a:ext cx="7406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แถบเหลือง "มีข้อมูลเก่าค้าง"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" y="4052621"/>
            <a:ext cx="740664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เป็นข้อมูลรอบก่อน กด "🗑 ล้างข้อมูลเก่า" ได้เลย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☁️  ข้อมูลสำรองบน Cloud — มือถือลูกทีมพัง เปลี่ยนเครื่องแล้ว login ชื่อเดิม ข้อมูลกลับมาครบ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2743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สรุป Workflow</a:t>
            </a:r>
            <a:endParaRPr lang="en-US" sz="1500" dirty="0">
              <a:latin typeface="Kanit"/>
              <a:ea typeface="Kanit"/>
              <a:cs typeface="Kani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Kanit"/>
                <a:ea typeface="Kanit"/>
                <a:cs typeface="Kanit"/>
              </a:rPr>
              <a:t>งานของผู้ควบคุมในหนึ่งวัน</a:t>
            </a:r>
            <a:endParaRPr lang="en-US" sz="2900" dirty="0">
              <a:latin typeface="Kanit"/>
              <a:ea typeface="Kanit"/>
              <a:cs typeface="Kani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Kanit"/>
                <a:ea typeface="Kanit"/>
                <a:cs typeface="Kanit"/>
              </a:rPr>
              <a:t>🌅  ก่อนออกภาคสนาม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21031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สร้างจุดสำรวจให้ครบ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ตรวจว่าลูกทีมเห็นชื่อคุณ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เปิดแอปตอนมีเน็ต 1 ครั้ง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ไม่มีเครื่องขึ้นแถบแดง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53872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680A"/>
                </a:solidFill>
                <a:latin typeface="Kanit"/>
                <a:ea typeface="Kanit"/>
                <a:cs typeface="Kanit"/>
              </a:rPr>
              <a:t>☀️  ระหว่างวัน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83864" y="21031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เปิด Dashboard ดูเป็นช่วง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ดูว่ามีใครยอดค้างผิดปกติ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ตอบคำถามหน้างานให้ลูกทีม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แก้รายการที่กรอกผิดทันที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19088" y="17373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🌙  ก่อนปิดวัน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64224" y="210312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ไล่ Checklist ให้ครบ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พิกัดไม่ครบ เหลือ 0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ให้ทุกเครื่องกด Sync</a:t>
            </a:r>
            <a:endParaRPr lang="en-US" sz="1250" dirty="0">
              <a:latin typeface="Kanit"/>
              <a:ea typeface="Kanit"/>
              <a:cs typeface="Kanit"/>
            </a:endParaRPr>
          </a:p>
          <a:p>
            <a:pPr marL="342900" indent="-342900">
              <a:spcAft>
                <a:spcPts val="187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Kanit"/>
                <a:ea typeface="Kanit"/>
                <a:cs typeface="Kanit"/>
              </a:rPr>
              <a:t>Export Excel เก็บสำเนา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7857"/>
                </a:solidFill>
                <a:latin typeface="Kanit"/>
                <a:ea typeface="Kanit"/>
                <a:cs typeface="Kanit"/>
              </a:rPr>
              <a:t>🧑‍💼  หน้าที่หลักคือทำให้ข้อมูลของทีม "ครบและถูกตั้งแต่วันแรก" ไม่ใช่มาตามแก้ตอนจบ</a:t>
            </a:r>
            <a:endParaRPr lang="en-US" sz="13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พร้อมคุมทีมแล้ว! 🧑‍💼</a:t>
            </a:r>
            <a:endParaRPr lang="en-US" sz="4200" dirty="0">
              <a:latin typeface="Kanit"/>
              <a:ea typeface="Kanit"/>
              <a:cs typeface="Kani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ใช้คู่กับ "คู่มือผู้สำรวจ" เพื่ออธิบายให้ลูกทีมฟัง</a:t>
            </a:r>
            <a:endParaRPr lang="en-US" sz="1800" dirty="0">
              <a:latin typeface="Kanit"/>
              <a:ea typeface="Kanit"/>
              <a:cs typeface="Kani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11680" y="310896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2103120" y="3182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ติดปัญหา? ติดต่อผู้ดูแลระบบ</a:t>
            </a:r>
            <a:endParaRPr lang="en-US" sz="1400" dirty="0">
              <a:latin typeface="Kanit"/>
              <a:ea typeface="Kanit"/>
              <a:cs typeface="Kanit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03120" y="3584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DD3FC"/>
                </a:solidFill>
                <a:latin typeface="Kanit"/>
                <a:ea typeface="Kanit"/>
                <a:cs typeface="Kanit"/>
              </a:rPr>
              <a:t>🌐  https://itsminimize.github.io/banphai-survey/</a:t>
            </a:r>
            <a:endParaRPr lang="en-US" sz="1250" dirty="0">
              <a:latin typeface="Kanit"/>
              <a:ea typeface="Kanit"/>
              <a:cs typeface="Kan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nit" panose="020F0302020204030204"/>
        <a:ea typeface="Kanit"/>
        <a:cs typeface="Kani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Kanit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nit" panose="020F0502020204030204"/>
        <a:ea typeface="Kanit"/>
        <a:cs typeface="Kani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Kanit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1697</Words>
  <Application>Microsoft Macintosh PowerPoint</Application>
  <PresentationFormat>On-screen Show (16:9)</PresentationFormat>
  <Paragraphs>269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คู่มือผู้ควบคุม — ระบบ INTERVIEW</dc:title>
  <dc:subject>PptxGenJS Presentation</dc:subject>
  <dc:creator>Banphai Survey</dc:creator>
  <cp:lastModifiedBy>ExCITE CMU</cp:lastModifiedBy>
  <cp:revision>3</cp:revision>
  <dcterms:created xsi:type="dcterms:W3CDTF">2026-08-05T09:43:26Z</dcterms:created>
  <dcterms:modified xsi:type="dcterms:W3CDTF">2026-08-05T10:46:43Z</dcterms:modified>
</cp:coreProperties>
</file>