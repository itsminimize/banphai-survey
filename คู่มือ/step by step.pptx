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1737360"/>
            <a:ext cx="5852160" cy="5852160"/>
          </a:xfrm>
          <a:prstGeom prst="ellipse">
            <a:avLst/>
          </a:prstGeom>
          <a:solidFill>
            <a:srgbClr val="3D2E1D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383280"/>
            <a:ext cx="3108960" cy="3108960"/>
          </a:xfrm>
          <a:prstGeom prst="ellipse">
            <a:avLst/>
          </a:prstGeom>
          <a:solidFill>
            <a:srgbClr val="5A4021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" y="13716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spc="100" kern="0" dirty="0">
                <a:solidFill>
                  <a:srgbClr val="E2B87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แบบสำรวจริมทาง · Roadside Interview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58368" y="1792224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ใช้งานแอปทีละขั้น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Step by Step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58368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9C6A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สำหรับน้อง ๆ ผู้สำรวจ  —  ทำตามภาพได้เลย ไม่ต้องท่องจำ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4443984"/>
            <a:ext cx="2286000" cy="566928"/>
          </a:xfrm>
          <a:prstGeom prst="roundRect">
            <a:avLst>
              <a:gd name="adj" fmla="val 45161"/>
            </a:avLst>
          </a:prstGeom>
          <a:solidFill>
            <a:srgbClr val="43331F"/>
          </a:solidFill>
          <a:ln/>
        </p:spPr>
      </p:sp>
      <p:sp>
        <p:nvSpPr>
          <p:cNvPr id="8" name="Shape 6"/>
          <p:cNvSpPr/>
          <p:nvPr/>
        </p:nvSpPr>
        <p:spPr>
          <a:xfrm>
            <a:off x="841248" y="457200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841248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44439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FC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เข้าใช้งาน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45536" y="4443984"/>
            <a:ext cx="2286000" cy="566928"/>
          </a:xfrm>
          <a:prstGeom prst="roundRect">
            <a:avLst>
              <a:gd name="adj" fmla="val 45161"/>
            </a:avLst>
          </a:prstGeom>
          <a:solidFill>
            <a:srgbClr val="43331F"/>
          </a:solidFill>
          <a:ln/>
        </p:spPr>
      </p:sp>
      <p:sp>
        <p:nvSpPr>
          <p:cNvPr id="12" name="Shape 10"/>
          <p:cNvSpPr/>
          <p:nvPr/>
        </p:nvSpPr>
        <p:spPr>
          <a:xfrm>
            <a:off x="3328416" y="457200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3328416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12464" y="44439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FC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เลือกจุดสำรวจ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32704" y="4443984"/>
            <a:ext cx="2286000" cy="566928"/>
          </a:xfrm>
          <a:prstGeom prst="roundRect">
            <a:avLst>
              <a:gd name="adj" fmla="val 45161"/>
            </a:avLst>
          </a:prstGeom>
          <a:solidFill>
            <a:srgbClr val="43331F"/>
          </a:solidFill>
          <a:ln/>
        </p:spPr>
      </p:sp>
      <p:sp>
        <p:nvSpPr>
          <p:cNvPr id="16" name="Shape 14"/>
          <p:cNvSpPr/>
          <p:nvPr/>
        </p:nvSpPr>
        <p:spPr>
          <a:xfrm>
            <a:off x="5815584" y="457200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5815584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99632" y="44439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FC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ตอบทีละคำถาม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19872" y="4443984"/>
            <a:ext cx="2286000" cy="566928"/>
          </a:xfrm>
          <a:prstGeom prst="roundRect">
            <a:avLst>
              <a:gd name="adj" fmla="val 45161"/>
            </a:avLst>
          </a:prstGeom>
          <a:solidFill>
            <a:srgbClr val="43331F"/>
          </a:solidFill>
          <a:ln/>
        </p:spPr>
      </p:sp>
      <p:sp>
        <p:nvSpPr>
          <p:cNvPr id="20" name="Shape 18"/>
          <p:cNvSpPr/>
          <p:nvPr/>
        </p:nvSpPr>
        <p:spPr>
          <a:xfrm>
            <a:off x="8302752" y="4572000"/>
            <a:ext cx="310896" cy="310896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302752" y="4572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0" y="444398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DFC5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ตรวจสถานะ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" y="5358384"/>
            <a:ext cx="7863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96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โครงการวางผังเมืองรวม อำเภอบ้านไผ่ จังหวัดขอนแก่น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6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6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ภาพรวม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ภาพรวม — ทำ 4 ช่วงนี้วนไปเรื่อย ๆ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หนึ่งคัน = หนึ่งรอบ  ใช้เวลาประมาณ 1–2 นาที  ·  ทั้งหมด 35 ขั้น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481328"/>
            <a:ext cx="2558720" cy="2286000"/>
          </a:xfrm>
          <a:prstGeom prst="roundRect">
            <a:avLst>
              <a:gd name="adj" fmla="val 4800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175564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1248" y="2450592"/>
            <a:ext cx="201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เข้าใช้งาน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1248" y="2871216"/>
            <a:ext cx="201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พิมพ์ชื่อ-นามสกุลของตัวเอง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ให้ตรงกันทุกครั้ง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107360" y="23774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BE8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99968" y="1481328"/>
            <a:ext cx="2558720" cy="2286000"/>
          </a:xfrm>
          <a:prstGeom prst="roundRect">
            <a:avLst>
              <a:gd name="adj" fmla="val 4800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74288" y="175564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367428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3674288" y="2450592"/>
            <a:ext cx="201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เลือกจุดสำรวจ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674288" y="2871216"/>
            <a:ext cx="201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แตะจุดที่ครูหรือพี่เลี้ยง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บอกไว้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0400" y="23774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BE8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33008" y="1481328"/>
            <a:ext cx="2558720" cy="2286000"/>
          </a:xfrm>
          <a:prstGeom prst="roundRect">
            <a:avLst>
              <a:gd name="adj" fmla="val 4800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07328" y="175564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6507328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507328" y="2450592"/>
            <a:ext cx="201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ตอบทีละคำถาม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507328" y="2871216"/>
            <a:ext cx="201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แอปถามทีละข้อ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แตะเลือกไปเรื่อย ๆ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773439" y="2377440"/>
            <a:ext cx="3108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9BE8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9066047" y="1481328"/>
            <a:ext cx="2558720" cy="2286000"/>
          </a:xfrm>
          <a:prstGeom prst="roundRect">
            <a:avLst>
              <a:gd name="adj" fmla="val 4800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340367" y="175564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8" name="Text 26"/>
          <p:cNvSpPr/>
          <p:nvPr/>
        </p:nvSpPr>
        <p:spPr>
          <a:xfrm>
            <a:off x="9340367" y="1755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340367" y="2450592"/>
            <a:ext cx="201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ตรวจสถานะ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9340367" y="2871216"/>
            <a:ext cx="201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จุดเขียว = ผ่าน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จุดส้ม = ต้องกลับมาแก้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66928" y="3986784"/>
            <a:ext cx="11057839" cy="457200"/>
          </a:xfrm>
          <a:prstGeom prst="roundRect">
            <a:avLst>
              <a:gd name="adj" fmla="val 20000"/>
            </a:avLst>
          </a:prstGeom>
          <a:solidFill>
            <a:srgbClr val="23303A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986784"/>
            <a:ext cx="10545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กฎทอง 3 ข้อ — จำแค่นี้พอ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6928" y="4590288"/>
            <a:ext cx="3503066" cy="13716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22960" y="4791456"/>
            <a:ext cx="402336" cy="402336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5" name="Text 33"/>
          <p:cNvSpPr/>
          <p:nvPr/>
        </p:nvSpPr>
        <p:spPr>
          <a:xfrm>
            <a:off x="822960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353312" y="4773168"/>
            <a:ext cx="24606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4ED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พิมพ์ชื่อให้เหมือนเดิมทุกครั้ง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22960" y="5285232"/>
            <a:ext cx="29910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ถ้าพิมพ์ไม่ตรง งานที่เคยทำจะไม่ขึ้นมาให้เห็น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344314" y="4590288"/>
            <a:ext cx="3503066" cy="13716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600346" y="4791456"/>
            <a:ext cx="402336" cy="402336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8"/>
          <p:cNvSpPr/>
          <p:nvPr/>
        </p:nvSpPr>
        <p:spPr>
          <a:xfrm>
            <a:off x="4600346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30698" y="4773168"/>
            <a:ext cx="24606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ต้นทาง–ปลายทางต้องมีหมุด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600346" y="5285232"/>
            <a:ext cx="29910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ไม่มีหมุด = ข้อมูลใช้ไม่ได้ ต้องกลับมาแก้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8121701" y="4590288"/>
            <a:ext cx="3503066" cy="13716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77733" y="4791456"/>
            <a:ext cx="402336" cy="402336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8377733" y="4791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8908085" y="4773168"/>
            <a:ext cx="246065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ก่อนเลิกงานดูให้เป็นจุดเขียวหมด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377733" y="5285232"/>
            <a:ext cx="29910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ถ้ายังมีจุดส้ม แปลว่ายังมีของค้าง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1–3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เริ่มต้น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เปิดแอป แล้วบอกว่าคุณเป็นใคร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ทำครั้งเดียวตอนเริ่มงานแต่ละวัน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01-ro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1077475" y="4095266"/>
            <a:ext cx="1530342" cy="333799"/>
          </a:xfrm>
          <a:prstGeom prst="roundRect">
            <a:avLst>
              <a:gd name="adj" fmla="val 32872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461513" y="3948962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61513" y="39489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เลือกบทบาทของตัวเอง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แตะปุ่มสีส้ม “เข้าใช้งานเป็นผู้สำรวจ”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ปุ่มล่างที่มีรูปกุญแจเป็นของครูหรือพี่เลี้ยง — ไม่ต้องแตะ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ไม่ต้องใช้รหัสผ่าน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/private/tmp/claude-501/-Users-cmmcbook-Desktop-Claude/6b1a54c5-a76b-4b4e-bd2c-fa1a67fbbca8/scratchpad/ppt/shots/02-na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608728" y="2086934"/>
            <a:ext cx="1879547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30444" y="1940630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30444" y="194063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7553637" y="2626068"/>
            <a:ext cx="934638" cy="246498"/>
          </a:xfrm>
          <a:prstGeom prst="roundRect">
            <a:avLst>
              <a:gd name="adj" fmla="val 44515"/>
            </a:avLst>
          </a:prstGeom>
          <a:solidFill>
            <a:srgbClr val="FFFFFF">
              <a:alpha val="0"/>
            </a:srgbClr>
          </a:solidFill>
          <a:ln w="28575">
            <a:solidFill>
              <a:srgbClr val="1D4ED8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330444" y="2479764"/>
            <a:ext cx="292608" cy="292608"/>
          </a:xfrm>
          <a:prstGeom prst="ellipse">
            <a:avLst/>
          </a:prstGeom>
          <a:solidFill>
            <a:srgbClr val="1D4ED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330444" y="24797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พิมพ์ชื่อของตัวเอง</a:t>
            </a:r>
            <a:endParaRPr lang="en-US" sz="1550" dirty="0"/>
          </a:p>
        </p:txBody>
      </p:sp>
      <p:sp>
        <p:nvSpPr>
          <p:cNvPr id="32" name="Shape 28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3" name="Text 29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 ชื่อ และ นามสกุล — ไม่ต้องใส่ นาย / นางสาว / ด.ช.</a:t>
            </a:r>
            <a:endParaRPr lang="en-US" sz="1250" dirty="0"/>
          </a:p>
        </p:txBody>
      </p:sp>
      <p:sp>
        <p:nvSpPr>
          <p:cNvPr id="35" name="Shape 31"/>
          <p:cNvSpPr/>
          <p:nvPr/>
        </p:nvSpPr>
        <p:spPr>
          <a:xfrm>
            <a:off x="8933948" y="3209544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6" name="Text 32"/>
          <p:cNvSpPr/>
          <p:nvPr/>
        </p:nvSpPr>
        <p:spPr>
          <a:xfrm>
            <a:off x="8933948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9299708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 “เข้าใช้งาน”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8970524" y="4096512"/>
            <a:ext cx="23863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สะกดให้เหมือนเดิมทุกครั้ง เว้นวรรคเท่าเดิม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พิมพ์ไม่ตรง = งานเก่าไม่ขึ้นมาให้เห็น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4–5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เริ่มต้น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เลือกจุดสำรวจ แล้วเริ่มบันทึก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จุดสำรวจคือมุมถนนที่น้องยืนอยู่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03-sta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892602" y="3794767"/>
            <a:ext cx="1900089" cy="755783"/>
          </a:xfrm>
          <a:prstGeom prst="roundRect">
            <a:avLst>
              <a:gd name="adj" fmla="val 1451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3648463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364846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เลือกจุดที่ตัวเองประจำอยู่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แตะการ์ดจุดสำรวจของตัวเอง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ดูชื่อจุดกับชื่อถนนให้ตรงกับที่พี่เลี้ยงบอก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ถ้ายังไม่เห็นจุดของตัวเอง แตะ “ดึงข้อมูล” ด้านบนก่อน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เลือกผิดจุด = ข้อมูลไปอยู่ผิดที่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/private/tmp/claude-501/-Users-cmmcbook-Desktop-Claude/6b1a54c5-a76b-4b4e-bd2c-fa1a67fbbca8/scratchpad/ppt/shots/04-sta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598458" y="3806963"/>
            <a:ext cx="1900089" cy="236227"/>
          </a:xfrm>
          <a:prstGeom prst="roundRect">
            <a:avLst>
              <a:gd name="adj" fmla="val 46450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30444" y="3660659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30444" y="36606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เริ่มบันทึกรถคันแรก</a:t>
            </a:r>
            <a:endParaRPr lang="en-US" sz="1550" dirty="0"/>
          </a:p>
        </p:txBody>
      </p:sp>
      <p:sp>
        <p:nvSpPr>
          <p:cNvPr id="29" name="Shape 25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“+ เพิ่มการสำรวจ”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แตะทุกครั้งที่จะเริ่มรถคันใหม่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แถบชมพู “ข้อมูลยังไม่ครบ” เป็นเรื่องปกติตอนที่ยังไม่มีข้อมูล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6–7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ตอบคำถาม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แอปจะถามทีละคำถาม — แตะเลือกไปเรื่อย 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มีทั้งหมด 6–7 คำถามต่อรถหนึ่งคัน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05-wiz-di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23414" y="2641474"/>
            <a:ext cx="1838464" cy="825752"/>
          </a:xfrm>
          <a:prstGeom prst="roundRect">
            <a:avLst>
              <a:gd name="adj" fmla="val 1328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5574" y="2495170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15574" y="249517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คุณยืนอยู่ฝั่งไหน?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แตะทิศที่รถ “กำลังวิ่งไป” ไม่ใช่ทิศที่รถวิ่งมา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ถามครั้งเดียวตอนเริ่ม แล้วแอปจะจำไว้ให้ทุกคันถัดไป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/06-wiz-vehi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29270" y="2411425"/>
            <a:ext cx="1838464" cy="1756298"/>
          </a:xfrm>
          <a:prstGeom prst="roundRect">
            <a:avLst>
              <a:gd name="adj" fmla="val 624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21430" y="2265121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21430" y="226512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รถคันนี้เป็นรถประเภทไหน?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ดูรูปแล้วแตะให้ตรงกับรถที่จอดอยู่ตรงหน้า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970524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ถ้าไม่แน่ใจระหว่างรถบรรทุกเล็กกับใหญ่ ให้นับล้อ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เลือกแล้วแอปจะไปคำถามถัดไปเอง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8–10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ตอบคำถาม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จำนวนคนในรถ และจุดต้นทาง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 = ที่ที่เขา “ออกเดินทางมา”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07-wiz-pa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23414" y="2369379"/>
            <a:ext cx="1838464" cy="1581695"/>
          </a:xfrm>
          <a:prstGeom prst="roundRect">
            <a:avLst>
              <a:gd name="adj" fmla="val 6937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5574" y="2223075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15574" y="222307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ในรถมีกี่คน? (รวมคนขับ)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แตะตัวเลขจำนวนคนที่นั่งมาในรถ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นับทุกคนที่อยู่ในรถ รวมคนขับด้วย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ถ้ามากกว่า 10 คน แตะปุ่มล่างสุดแล้วพิมพ์ตัวเลขเอง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/08-wiz-origi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29270" y="2853308"/>
            <a:ext cx="1838464" cy="354341"/>
          </a:xfrm>
          <a:prstGeom prst="roundRect">
            <a:avLst>
              <a:gd name="adj" fmla="val 309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21430" y="2707004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21430" y="27070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6629270" y="3217920"/>
            <a:ext cx="1838464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1D4ED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21430" y="3071616"/>
            <a:ext cx="292608" cy="292608"/>
          </a:xfrm>
          <a:prstGeom prst="ellipse">
            <a:avLst/>
          </a:prstGeom>
          <a:solidFill>
            <a:srgbClr val="1D4ED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321430" y="3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 — เขาออกเดินทางมาจากไหน?</a:t>
            </a:r>
            <a:endParaRPr lang="en-US" sz="1550" dirty="0"/>
          </a:p>
        </p:txBody>
      </p:sp>
      <p:sp>
        <p:nvSpPr>
          <p:cNvPr id="30" name="Shape 26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7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แถบส้ม = เปิดแผนที่เพื่อค้นหาสถานที่  ← ใช้อันนี้เป็นหลัก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8933948" y="3209544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34" name="Text 30"/>
          <p:cNvSpPr/>
          <p:nvPr/>
        </p:nvSpPr>
        <p:spPr>
          <a:xfrm>
            <a:off x="8933948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299708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ช่องขาว = พิมพ์ชื่อสถานที่ ใช้เฉพาะตอนหาในแผนที่ไม่เจอจริง ๆ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หน้าถัดไปคือวิธีหาสถานที่ — ตั้งใจดูให้ดี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หาสถานที่ยังไงให้เจอ — ค้นทีละชั้น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อย่าข้ามชั้น! เริ่มจากชั้น 1 เสมอ เพราะเร็วที่สุดและแม่นที่สุด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66928" y="1499616"/>
            <a:ext cx="3478682" cy="2487168"/>
          </a:xfrm>
          <a:prstGeom prst="roundRect">
            <a:avLst>
              <a:gd name="adj" fmla="val 4412"/>
            </a:avLst>
          </a:prstGeom>
          <a:solidFill>
            <a:srgbClr val="ECFDF5"/>
          </a:solidFill>
          <a:ln w="16510">
            <a:solidFill>
              <a:srgbClr val="0596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55648"/>
            <a:ext cx="1133856" cy="384048"/>
          </a:xfrm>
          <a:prstGeom prst="roundRect">
            <a:avLst>
              <a:gd name="adj" fmla="val 47619"/>
            </a:avLst>
          </a:prstGeom>
          <a:solidFill>
            <a:srgbClr val="05966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75564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231136"/>
            <a:ext cx="2966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พิมพ์แล้วรอ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2688336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ค้นจากสถานที่ในเครื่อง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(บ้านไผ่และใกล้เคียง 2,000 กว่าแห่ง)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438144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เร็วที่สุด · ไม่ต้องใช้เน็ต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3898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CDD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4356506" y="1499616"/>
            <a:ext cx="3478682" cy="2487168"/>
          </a:xfrm>
          <a:prstGeom prst="roundRect">
            <a:avLst>
              <a:gd name="adj" fmla="val 4412"/>
            </a:avLst>
          </a:prstGeom>
          <a:solidFill>
            <a:srgbClr val="EFF6FF"/>
          </a:solidFill>
          <a:ln w="1651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2538" y="1755648"/>
            <a:ext cx="1133856" cy="384048"/>
          </a:xfrm>
          <a:prstGeom prst="roundRect">
            <a:avLst>
              <a:gd name="adj" fmla="val 47619"/>
            </a:avLst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4612538" y="175564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612538" y="2231136"/>
            <a:ext cx="2966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 “ค้นหา”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12538" y="2688336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ค้นเพิ่มจากแผนที่ Longdo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12538" y="3438144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D4ED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ใช้เมื่อชั้น 1 ไม่เจอ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853477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CDD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146085" y="1499616"/>
            <a:ext cx="3478682" cy="2487168"/>
          </a:xfrm>
          <a:prstGeom prst="roundRect">
            <a:avLst>
              <a:gd name="adj" fmla="val 4412"/>
            </a:avLst>
          </a:prstGeom>
          <a:solidFill>
            <a:srgbClr val="F5F0FE"/>
          </a:solidFill>
          <a:ln w="16510">
            <a:solidFill>
              <a:srgbClr val="7E22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02117" y="1755648"/>
            <a:ext cx="1133856" cy="384048"/>
          </a:xfrm>
          <a:prstGeom prst="roundRect">
            <a:avLst>
              <a:gd name="adj" fmla="val 47619"/>
            </a:avLst>
          </a:prstGeom>
          <a:solidFill>
            <a:srgbClr val="7E22CE"/>
          </a:solidFill>
          <a:ln/>
        </p:spPr>
      </p:sp>
      <p:sp>
        <p:nvSpPr>
          <p:cNvPr id="24" name="Text 22"/>
          <p:cNvSpPr/>
          <p:nvPr/>
        </p:nvSpPr>
        <p:spPr>
          <a:xfrm>
            <a:off x="8402117" y="1755648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402117" y="2231136"/>
            <a:ext cx="29666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“ค้นเพิ่มใน Google”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8402117" y="2688336"/>
            <a:ext cx="296661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ค้นจากฐานข้อมูล Google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02117" y="3438144"/>
            <a:ext cx="296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E22CE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ใช้เมื่อชั้น 2 ยังไม่เจอ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4224528"/>
            <a:ext cx="11057839" cy="914400"/>
          </a:xfrm>
          <a:prstGeom prst="roundRect">
            <a:avLst>
              <a:gd name="adj" fmla="val 12000"/>
            </a:avLst>
          </a:prstGeom>
          <a:solidFill>
            <a:srgbClr val="FEF2F2"/>
          </a:solidFill>
          <a:ln w="16510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4352544"/>
            <a:ext cx="2011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ยังไม่เจออีก?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9536" y="4645152"/>
            <a:ext cx="10472623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“➕ เพิ่ม … เป็นสถานที่ใหม่” แล้วแตะบนแผนที่เพื่อปักหมุดเอง — วิธีนี้ใช้ได้เสมอ และอีก 3 หน้าถัดไปจะสอนทีละขั้น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66928" y="5358384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เคล็ดลับ:  พิมพ์คำสั้น ๆ ได้ผลดีกว่า — พิมพ์ “โรงพยาบาล” ดีกว่าพิมพ์ “โรงพยาบาลบ้านไผ่ อำเภอบ้านไผ่ ขอนแก่น”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11–12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1 — พิมพ์แล้วรอ (ค้นในเครื่อง)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ทำแค่พิมพ์ ไม่ต้องแตะอะไรเพิ่ม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09-map-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1922602"/>
            <a:ext cx="1521595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78164" y="1776298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78164" y="177629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พิมพ์ชื่อสถานที่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พิมพ์ในช่องบนสุด สั้น ๆ เช่น “โรงพยาบาล”, “ตลาด”, “โรงเรียน”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ผลลัพธ์จะขึ้นเองทันทีขณะพิมพ์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/10-map-loc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08728" y="2163964"/>
            <a:ext cx="1879547" cy="1991482"/>
          </a:xfrm>
          <a:prstGeom prst="roundRect">
            <a:avLst>
              <a:gd name="adj" fmla="val 583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30444" y="2017660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30444" y="201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12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แตะชื่อที่ใช่จากรายการ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12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แตะรายการที่ชื่อตรงที่สุดและอยู่ใกล้ที่สุด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970524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ป้าย local สีเขียว = มีชื่อนี้อยู่ในเครื่องแล้ว เชื่อถือได้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ตัวเลขคือระยะห่างโดยประมาณ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เจอตรงนี้ = จบ ไม่ต้องทำชั้นอื่น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13–14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2 — แตะปุ่ม “ค้นหา”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ใช้เมื่อพิมพ์แล้วไม่มีรายการขึ้นมาเลย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11-map-noloc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424468" y="1922602"/>
            <a:ext cx="357952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1776298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177629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ไม่มีรายการขึ้นมาเลย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แตะปุ่มส้ม “ค้นหา” ที่อยู่ขวามือของช่องพิมพ์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ถ้าจอขึ้นว่า “พิมพ์แล้วกดปุ่มค้นหา” แปลว่าในเครื่องไม่มีชื่อนี้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ขั้นนี้ต้องมีอินเทอร์เน็ต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4" name="Image 1" descr="/private/tmp/claude-501/-Users-cmmcbook-Desktop-Claude/6b1a54c5-a76b-4b4e-bd2c-fa1a67fbbca8/scratchpad/ppt/shots/12-map-long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6608728" y="2163964"/>
            <a:ext cx="1879547" cy="404491"/>
          </a:xfrm>
          <a:prstGeom prst="roundRect">
            <a:avLst>
              <a:gd name="adj" fmla="val 27127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330444" y="2017660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30444" y="201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ผลใหม่ขึ้นมาแล้ว</a:t>
            </a:r>
            <a:endParaRPr lang="en-US" sz="1550" dirty="0"/>
          </a:p>
        </p:txBody>
      </p:sp>
      <p:sp>
        <p:nvSpPr>
          <p:cNvPr id="29" name="Shape 25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0" name="Text 26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แตะรายการที่ใช่</a:t>
            </a:r>
            <a:endParaRPr lang="en-US" sz="1250" dirty="0"/>
          </a:p>
        </p:txBody>
      </p:sp>
      <p:sp>
        <p:nvSpPr>
          <p:cNvPr id="32" name="Text 28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ป้าย longdo สีฟ้า = มาจากแผนที่ภายนอก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ดูที่อยู่ใต้ชื่อประกอบด้วย ว่าอยู่บ้านไผ่จริงไหม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15–16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ชั้นที่ 3 — แตะ “ค้นเพิ่มใน Google”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ใช้เมื่อชั้น 2 ยังไม่เจอสิ่งที่ต้องการ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12-map-long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3143" y="2568455"/>
            <a:ext cx="710768" cy="225956"/>
          </a:xfrm>
          <a:prstGeom prst="roundRect">
            <a:avLst>
              <a:gd name="adj" fmla="val 48562"/>
            </a:avLst>
          </a:prstGeom>
          <a:solidFill>
            <a:srgbClr val="FFFFFF">
              <a:alpha val="0"/>
            </a:srgbClr>
          </a:solidFill>
          <a:ln w="28575">
            <a:solidFill>
              <a:srgbClr val="7E22C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77607" y="2422151"/>
            <a:ext cx="292608" cy="292608"/>
          </a:xfrm>
          <a:prstGeom prst="ellipse">
            <a:avLst/>
          </a:prstGeom>
          <a:solidFill>
            <a:srgbClr val="7E22CE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477607" y="242215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ยังไม่ใช่ที่ต้องการ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7E22CE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แตะปุ่มสีม่วง “ค้นเพิ่มใน Google”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ปุ่มนี้จะโผล่ขึ้นมาหลังกด “ค้นหา” แล้วเท่านั้น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อยู่ใต้รายการผลลัพธ์ · แตะได้ครั้งเดียวต่อการค้นหนึ่งครั้ง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/13-map-goo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08728" y="2163964"/>
            <a:ext cx="1879547" cy="661260"/>
          </a:xfrm>
          <a:prstGeom prst="roundRect">
            <a:avLst>
              <a:gd name="adj" fmla="val 16594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30444" y="2017660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30444" y="201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16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ได้ผลจาก Google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16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แตะรายการที่ใช่ได้เลย จบขั้นตอนการค้นหา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Google รู้จักร้านค้าและสถานที่เล็ก ๆ มากกว่าสองชั้นแรก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17–19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ค้นครบ 3 ชั้นแล้วยังไม่เจอ → ปักหมุดเอง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เช่น บ้านในซอย ไร่นา หรือสวนที่ไม่มีชื่อในแผนที่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14-map-notfou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2163964"/>
            <a:ext cx="1879547" cy="486817"/>
          </a:xfrm>
          <a:prstGeom prst="roundRect">
            <a:avLst>
              <a:gd name="adj" fmla="val 22540"/>
            </a:avLst>
          </a:prstGeom>
          <a:solidFill>
            <a:srgbClr val="FFFFFF">
              <a:alpha val="0"/>
            </a:srgbClr>
          </a:solidFill>
          <a:ln w="28575">
            <a:solidFill>
              <a:srgbClr val="6B728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588" y="2017660"/>
            <a:ext cx="292608" cy="292608"/>
          </a:xfrm>
          <a:prstGeom prst="ellipse">
            <a:avLst/>
          </a:prstGeom>
          <a:solidFill>
            <a:srgbClr val="6B7280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24588" y="201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913143" y="2394013"/>
            <a:ext cx="1506350" cy="215686"/>
          </a:xfrm>
          <a:prstGeom prst="roundRect">
            <a:avLst>
              <a:gd name="adj" fmla="val 50874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73189" y="2247709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273189" y="224770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18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ขึ้นว่า “ไม่พบ …” แปลว่าค้นครบทุกชั้นแล้ว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17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อ่านข้อความ “ไม่พบ …” เพื่อยืนยันว่าค้นครบแล้วจริง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18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แตะปุ่มส้ม “เพิ่ม … เป็นสถานที่ใหม่”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264668" y="4096512"/>
            <a:ext cx="238632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ปุ่มนี้จะใช้ชื่อที่เราพิมพ์ไว้เป็นชื่อสถานที่ใหม่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พิมพ์ชื่อให้คนอื่นอ่านรู้เรื่องก่อนแตะ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30" name="Image 1" descr="/private/tmp/claude-501/-Users-cmmcbook-Desktop-Claude/6b1a54c5-a76b-4b4e-bd2c-fa1a67fbbca8/scratchpad/ppt/shots/15-map-manu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6608728" y="2143423"/>
            <a:ext cx="1879547" cy="256769"/>
          </a:xfrm>
          <a:prstGeom prst="roundRect">
            <a:avLst>
              <a:gd name="adj" fmla="val 42734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330444" y="1997119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330444" y="199711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19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แผนที่จะเปิดขึ้นมา</a:t>
            </a:r>
            <a:endParaRPr lang="en-US" sz="1550" dirty="0"/>
          </a:p>
        </p:txBody>
      </p:sp>
      <p:sp>
        <p:nvSpPr>
          <p:cNvPr id="35" name="Shape 31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19</a:t>
            </a:r>
            <a:endParaRPr lang="en-US" sz="1050" dirty="0"/>
          </a:p>
        </p:txBody>
      </p:sp>
      <p:sp>
        <p:nvSpPr>
          <p:cNvPr id="37" name="Text 33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อ่านข้อความสีแดง จะบอกชื่อสถานที่ที่กำลังจะปักหมุด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8970524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ใช้สองนิ้วซูมเข้า–ออก และลากแผนที่ไปยังบริเวณที่ต้องการ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40" name="Text 36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ถามผู้ให้สัมภาษณ์ว่าอยู่ใกล้อะไร แล้วซูมไปตรงนั้น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20–22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ปักหมุด แล้วแตะ “ยืนยัน”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หมุดไม่ต้องเป๊ะ 100% — ขอให้อยู่ในบริเวณที่ถูกต้อง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16-map-pinn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02872" y="5720693"/>
            <a:ext cx="1017366" cy="147883"/>
          </a:xfrm>
          <a:prstGeom prst="roundRect">
            <a:avLst>
              <a:gd name="adj" fmla="val 74199"/>
            </a:avLst>
          </a:prstGeom>
          <a:solidFill>
            <a:srgbClr val="FFFFFF">
              <a:alpha val="0"/>
            </a:srgbClr>
          </a:solidFill>
          <a:ln w="28575">
            <a:solidFill>
              <a:srgbClr val="1D4ED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73934" y="5574389"/>
            <a:ext cx="292608" cy="292608"/>
          </a:xfrm>
          <a:prstGeom prst="ellipse">
            <a:avLst/>
          </a:prstGeom>
          <a:solidFill>
            <a:srgbClr val="1D4ED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773934" y="557438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328420" y="5676561"/>
            <a:ext cx="453999" cy="236227"/>
          </a:xfrm>
          <a:prstGeom prst="roundRect">
            <a:avLst>
              <a:gd name="adj" fmla="val 46450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24588" y="5530257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24588" y="553025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แตะบนแผนที่ 1 ครั้ง → หมุดสีฟ้าจะปรากฏ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ตัวเลขพิกัดขึ้นด้านล่างซ้าย = ปักสำเร็จแล้ว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21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แตะปุ่มเขียว “ยืนยัน” เพื่อจบ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3264668" y="4096512"/>
            <a:ext cx="23863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แตะผิดที่ก็แตะใหม่ได้ หมุดจะย้ายตาม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8" name="Image 1" descr="/private/tmp/claude-501/-Users-cmmcbook-Desktop-Claude/6b1a54c5-a76b-4b4e-bd2c-fa1a67fbbca8/scratchpad/ppt/shots/17-wiz-origin-fi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6629270" y="2853308"/>
            <a:ext cx="1838464" cy="354341"/>
          </a:xfrm>
          <a:prstGeom prst="roundRect">
            <a:avLst>
              <a:gd name="adj" fmla="val 30967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321430" y="2707004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321430" y="27070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22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กลับมาที่คำถาม — พิกัดขึ้นแล้ว</a:t>
            </a:r>
            <a:endParaRPr lang="en-US" sz="1550" dirty="0"/>
          </a:p>
        </p:txBody>
      </p:sp>
      <p:sp>
        <p:nvSpPr>
          <p:cNvPr id="33" name="Shape 29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0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22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แถบเปลี่ยนเป็นสีเขียวและมีตัวเลขพิกัด = เรียบร้อย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8970524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ชื่อสถานที่จะถูกเติมให้อัตโนมัติ</a:t>
            </a:r>
            <a:endParaRPr lang="en-US" sz="1150" dirty="0"/>
          </a:p>
        </p:txBody>
      </p:sp>
      <p:sp>
        <p:nvSpPr>
          <p:cNvPr id="37" name="Shape 33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ปลายทางก็ทำแบบเดียวกันทุกอย่าง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23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หาสถานที่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ทางออกสุดท้าย — ถ้าปักหมุดไม่ได้จริง ๆ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เช่น เจ้าของรถบอกไม่ได้ว่าอยู่ตรงไหน หรือรถรีบไปมาก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08-wiz-ori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23414" y="3217920"/>
            <a:ext cx="1838464" cy="251633"/>
          </a:xfrm>
          <a:prstGeom prst="roundRect">
            <a:avLst>
              <a:gd name="adj" fmla="val 43606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5574" y="3071616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15574" y="30716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พิมพ์ชื่อลง “ช่องชื่อสถานที่” แล้วไปต่อ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23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พิมพ์ชื่อสถานที่เท่าที่รู้ลงในช่องนี้ แล้วกดถัดไป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แอปยอมให้ไปคำถามถัดไปได้ ถึงจะยังไม่มีหมุด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พิมพ์ให้ละเอียดที่สุด เช่น “บ้านหลังวัดโพธิ์ชัย ซอย 3”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อย่าพิมพ์ว่า “ไม่รู้” หรือ “-” เพราะจะกลับมาแก้ไม่ถูก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ระเบียนนี้จะกลายเป็นสีส้มทันที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2F2"/>
          </a:solidFill>
          <a:ln w="16510">
            <a:solidFill>
              <a:srgbClr val="FCA5A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1572768"/>
            <a:ext cx="47365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แล้วต้องกลับมาแก้เมื่อไหร่?</a:t>
            </a:r>
            <a:endParaRPr lang="en-US" sz="1800" dirty="0"/>
          </a:p>
        </p:txBody>
      </p:sp>
      <p:sp>
        <p:nvSpPr>
          <p:cNvPr id="24" name="Shape 21"/>
          <p:cNvSpPr/>
          <p:nvPr/>
        </p:nvSpPr>
        <p:spPr>
          <a:xfrm>
            <a:off x="6583680" y="2157984"/>
            <a:ext cx="473659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48272" y="2414016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3"/>
          <p:cNvSpPr/>
          <p:nvPr/>
        </p:nvSpPr>
        <p:spPr>
          <a:xfrm>
            <a:off x="6748272" y="2414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!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7242048" y="224942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ทันทีที่ว่าง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7242048" y="2560320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ระหว่างรอรถคันถัดไป เปิดระเบียนนั้นแล้วปักหมุดให้เรียบร้อย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6583680" y="3200400"/>
            <a:ext cx="473659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48272" y="3456432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8"/>
          <p:cNvSpPr/>
          <p:nvPr/>
        </p:nvSpPr>
        <p:spPr>
          <a:xfrm>
            <a:off x="6748272" y="3456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!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7242048" y="329184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ก่อนเลิกงานทุกวัน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7242048" y="3602736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เปิดหน้าจุดสำรวจ แตะ “ดูเฉพาะที่ยังไม่ครบ” แล้วไล่แก้ให้หมด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583680" y="4242816"/>
            <a:ext cx="4736592" cy="896112"/>
          </a:xfrm>
          <a:prstGeom prst="roundRect">
            <a:avLst>
              <a:gd name="adj" fmla="val 10204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748272" y="4498848"/>
            <a:ext cx="384048" cy="38404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3"/>
          <p:cNvSpPr/>
          <p:nvPr/>
        </p:nvSpPr>
        <p:spPr>
          <a:xfrm>
            <a:off x="6748272" y="4498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4"/>
          <p:cNvSpPr/>
          <p:nvPr/>
        </p:nvSpPr>
        <p:spPr>
          <a:xfrm>
            <a:off x="7242048" y="433425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ถ้าจำไม่ได้แล้ว</a:t>
            </a:r>
            <a:endParaRPr lang="en-US" sz="1350" dirty="0"/>
          </a:p>
        </p:txBody>
      </p:sp>
      <p:sp>
        <p:nvSpPr>
          <p:cNvPr id="38" name="Text 35"/>
          <p:cNvSpPr/>
          <p:nvPr/>
        </p:nvSpPr>
        <p:spPr>
          <a:xfrm>
            <a:off x="7242048" y="46451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บอกพี่เลี้ยงทันที อย่าเดามั่ว — เดาผิดแย่กว่าไม่มีข้อมูล</a:t>
            </a:r>
            <a:endParaRPr lang="en-US" sz="1150" dirty="0"/>
          </a:p>
        </p:txBody>
      </p:sp>
      <p:sp>
        <p:nvSpPr>
          <p:cNvPr id="39" name="Shape 36"/>
          <p:cNvSpPr/>
          <p:nvPr/>
        </p:nvSpPr>
        <p:spPr>
          <a:xfrm>
            <a:off x="6583680" y="5340096"/>
            <a:ext cx="4736592" cy="658368"/>
          </a:xfrm>
          <a:prstGeom prst="roundRect">
            <a:avLst>
              <a:gd name="adj" fmla="val 13889"/>
            </a:avLst>
          </a:prstGeom>
          <a:solidFill>
            <a:srgbClr val="23303A"/>
          </a:solidFill>
          <a:ln/>
        </p:spPr>
      </p:sp>
      <p:sp>
        <p:nvSpPr>
          <p:cNvPr id="40" name="Text 37"/>
          <p:cNvSpPr/>
          <p:nvPr/>
        </p:nvSpPr>
        <p:spPr>
          <a:xfrm>
            <a:off x="6729984" y="5340096"/>
            <a:ext cx="4480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ไม่มีหมุด = ข้อมูลคันนั้นใช้วิเคราะห์ไม่ได้เลย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24–25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ตอบคำถาม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เลือกประเภทสถานที่ แล้วทำปลายทางแบบเดียวกัน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ปลายทาง = ที่ที่เขา “กำลังจะไป”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18-wiz-origin-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23414" y="3642952"/>
            <a:ext cx="1838464" cy="1735757"/>
          </a:xfrm>
          <a:prstGeom prst="roundRect">
            <a:avLst>
              <a:gd name="adj" fmla="val 6322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5574" y="3496648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15574" y="3496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24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ต้นทางเป็นสถานที่แบบไหน?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24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แตะรูปที่ตรงกับสถานที่ต้นทาง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เช่น บ้านตัวเอง / โรงเรียน / โรงพยาบาล / ตลาด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ถ้าไม่มีอันไหนตรงเลย แตะ “อื่น ๆ” แล้วพิมพ์เอง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/22-wiz-dest-fi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29270" y="2708314"/>
            <a:ext cx="1838464" cy="580297"/>
          </a:xfrm>
          <a:prstGeom prst="roundRect">
            <a:avLst>
              <a:gd name="adj" fmla="val 18909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21430" y="2562010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21430" y="256201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ปลายทาง — ทำเหมือนต้นทางทุกอย่าง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4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25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เปิดแผนที่ → ค้นหา → เลือก → ยืนยัน แล้วเลือกประเภทสถานที่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หัวข้อสีแดง = ปลายทาง · สีเขียว = ต้นทาง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26–28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ตอบคำถาม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วัตถุประสงค์ และรายได้ แล้วกดบันทึก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สองคำถามสุดท้ายของรถคันนี้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23-wiz-purp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23414" y="2410462"/>
            <a:ext cx="1838464" cy="2095233"/>
          </a:xfrm>
          <a:prstGeom prst="roundRect">
            <a:avLst>
              <a:gd name="adj" fmla="val 596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5574" y="2264158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15574" y="226415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26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เขาเดินทางไปทำอะไร?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26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แตะรูปที่ตรงกับสิ่งที่เขากำลังจะไปทำ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ถามตรง ๆ ว่า “ตอนนี้กำลังจะไปทำอะไรครับ/คะ”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เลือกให้สอดคล้องกับปลายทาง เช่น ไปโรงพยาบาล → “ไปโรงพยาบาล”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/25-wiz-income-fill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29270" y="2359109"/>
            <a:ext cx="1838464" cy="451913"/>
          </a:xfrm>
          <a:prstGeom prst="roundRect">
            <a:avLst>
              <a:gd name="adj" fmla="val 24281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21430" y="2212805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21430" y="2212805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27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7132537" y="5645748"/>
            <a:ext cx="1335197" cy="282446"/>
          </a:xfrm>
          <a:prstGeom prst="roundRect">
            <a:avLst>
              <a:gd name="adj" fmla="val 38849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321430" y="5499444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8321430" y="54994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28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รายได้ต่อเดือน แล้วบันทึก</a:t>
            </a:r>
            <a:endParaRPr lang="en-US" sz="1550" dirty="0"/>
          </a:p>
        </p:txBody>
      </p:sp>
      <p:sp>
        <p:nvSpPr>
          <p:cNvPr id="30" name="Shape 26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1" name="Text 27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27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พิมพ์รายได้ต่อเดือน — ถ้าเขาไม่อยากบอก แตะ “ข้าม” ได้เลย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8933948" y="3209544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4" name="Text 30"/>
          <p:cNvSpPr/>
          <p:nvPr/>
        </p:nvSpPr>
        <p:spPr>
          <a:xfrm>
            <a:off x="8933948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28</a:t>
            </a:r>
            <a:endParaRPr lang="en-US" sz="1050" dirty="0"/>
          </a:p>
        </p:txBody>
      </p:sp>
      <p:sp>
        <p:nvSpPr>
          <p:cNvPr id="35" name="Text 31"/>
          <p:cNvSpPr/>
          <p:nvPr/>
        </p:nvSpPr>
        <p:spPr>
          <a:xfrm>
            <a:off x="9299708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แตะปุ่มส้ม “บันทึก ✓” เป็นอันจบหนึ่งคัน</a:t>
            </a:r>
            <a:endParaRPr lang="en-US" sz="1250" dirty="0"/>
          </a:p>
        </p:txBody>
      </p:sp>
      <p:sp>
        <p:nvSpPr>
          <p:cNvPr id="36" name="Text 32"/>
          <p:cNvSpPr/>
          <p:nvPr/>
        </p:nvSpPr>
        <p:spPr>
          <a:xfrm>
            <a:off x="8970524" y="4096512"/>
            <a:ext cx="2386324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ไม่ต้องคะยั้นคะยอ ถ้าเขาไม่สะดวกตอบ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29–30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ตอบคำถาม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ถ้าเป็นรถบรรทุก จะมีคำถามเพิ่ม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รถบรรทุกทุกคันต้องตอบเรื่องสินค้า ห้ามข้าม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30-wiz-car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23414" y="2411425"/>
            <a:ext cx="1838464" cy="458573"/>
          </a:xfrm>
          <a:prstGeom prst="roundRect">
            <a:avLst>
              <a:gd name="adj" fmla="val 23928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5574" y="2265121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615574" y="2265121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29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คันนี้บรรทุกสินค้ามาหรือเปล่า?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29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“ไม่มีสินค้า” หรือ “มีสินค้า”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รถเปล่า → แตะ “ไม่มีสินค้า” แล้วไปต่อได้เลย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/31-wiz-cargo-ty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629270" y="2911081"/>
            <a:ext cx="1838464" cy="1413030"/>
          </a:xfrm>
          <a:prstGeom prst="roundRect">
            <a:avLst>
              <a:gd name="adj" fmla="val 7765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21430" y="2764777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21430" y="2764777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30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เลือกชนิดสินค้า + ใส่น้ำหนัก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30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แตะชนิดสินค้าที่บรรทุกมา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970524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สินค้าถูกแบ่งเป็นกลุ่มตามสีพื้น หาได้เร็วขึ้น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เลื่อนลงจนสุดจะมีช่องกรอกน้ำหนัก (กิโลกรัม) — ถามคนขับได้เลย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8933948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9080252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ไม่ตอบเรื่องสินค้า = ระเบียนขึ้นแดง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31–32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ตอบคำถาม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บันทึกสำเร็จ แล้วไปคันถัดไป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ทำวนแบบนี้ไปเรื่อย ๆ จนหมดเวลา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26-wiz-do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43955" y="3955087"/>
            <a:ext cx="1797381" cy="338935"/>
          </a:xfrm>
          <a:prstGeom prst="roundRect">
            <a:avLst>
              <a:gd name="adj" fmla="val 32374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95033" y="3808783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95033" y="3808783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เห็นเครื่องหมายถูกสีเขียว = บันทึกแล้ว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31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“รถคันถัดไป” เพื่อเริ่มคันใหม่ทันที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ไม่ต้องเลือกทิศใหม่ แอปจำไว้ให้แล้ว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ถ้าจะย้ายไปยืนอีกฝั่ง แตะ “เปลี่ยนทิศทาง”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ECFDF5"/>
          </a:solidFill>
          <a:ln w="15240">
            <a:solidFill>
              <a:srgbClr val="A7F3D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69380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1" descr="/private/tmp/claude-501/-Users-cmmcbook-Desktop-Claude/6b1a54c5-a76b-4b4e-bd2c-fa1a67fbbca8/scratchpad/ppt/shots/27-station-gree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4" y="1609344"/>
            <a:ext cx="2002796" cy="4334256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6598458" y="4721060"/>
            <a:ext cx="1900089" cy="952211"/>
          </a:xfrm>
          <a:prstGeom prst="roundRect">
            <a:avLst>
              <a:gd name="adj" fmla="val 11523"/>
            </a:avLst>
          </a:prstGeom>
          <a:solidFill>
            <a:srgbClr val="FFFFFF">
              <a:alpha val="0"/>
            </a:srgbClr>
          </a:solidFill>
          <a:ln w="28575">
            <a:solidFill>
              <a:srgbClr val="059669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330444" y="4574756"/>
            <a:ext cx="292608" cy="292608"/>
          </a:xfrm>
          <a:prstGeom prst="ellipse">
            <a:avLst/>
          </a:prstGeom>
          <a:solidFill>
            <a:srgbClr val="059669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330444" y="45747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32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8933948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รายการที่บันทึกจะมาอยู่ในหน้าจุดสำรวจ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8933948" y="2350008"/>
            <a:ext cx="274320" cy="2743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8" name="Text 24"/>
          <p:cNvSpPr/>
          <p:nvPr/>
        </p:nvSpPr>
        <p:spPr>
          <a:xfrm>
            <a:off x="8933948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32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9299708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อ่านได้ว่า รายที่เท่าไหร่ · ประเภทรถ · ต้นทาง → ปลายทาง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8970524" y="3236976"/>
            <a:ext cx="2386324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ดูจุดกลม ๆ ทางขวาของแต่ละรายการ — หน้าถัดไปอธิบายว่าแปลว่าอะไร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33–34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ตรวจสถานะ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อ่านสถานะให้เป็น — แบบไหนผ่าน แบบไหนต้องแก้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ดูก่อนเลิกงานทุกวัน ให้เหลือแต่จุดเขียว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2F2"/>
          </a:solidFill>
          <a:ln w="15240">
            <a:solidFill>
              <a:srgbClr val="FCA5A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32-station-mix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79903" y="4140763"/>
            <a:ext cx="1725486" cy="147883"/>
          </a:xfrm>
          <a:prstGeom prst="roundRect">
            <a:avLst>
              <a:gd name="adj" fmla="val 74199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59085" y="3994459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59085" y="3994459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33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92602" y="5264366"/>
            <a:ext cx="1900089" cy="663827"/>
          </a:xfrm>
          <a:prstGeom prst="roundRect">
            <a:avLst>
              <a:gd name="adj" fmla="val 16530"/>
            </a:avLst>
          </a:prstGeom>
          <a:solidFill>
            <a:srgbClr val="FFFFFF">
              <a:alpha val="0"/>
            </a:srgbClr>
          </a:solidFill>
          <a:ln w="28575">
            <a:solidFill>
              <a:srgbClr val="1D4E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624588" y="5118062"/>
            <a:ext cx="292608" cy="292608"/>
          </a:xfrm>
          <a:prstGeom prst="ellipse">
            <a:avLst/>
          </a:prstGeom>
          <a:solidFill>
            <a:srgbClr val="1D4ED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24588" y="511806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หน้าจุดสำรวจจะบอกทุกอย่าง</a:t>
            </a:r>
            <a:endParaRPr lang="en-US" sz="1550" dirty="0"/>
          </a:p>
        </p:txBody>
      </p:sp>
      <p:sp>
        <p:nvSpPr>
          <p:cNvPr id="19" name="Shape 16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7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33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แถบชมพูบอกจำนวนรายการที่ต้องแก้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3228092" y="3209544"/>
            <a:ext cx="274320" cy="2743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3" name="Text 20"/>
          <p:cNvSpPr/>
          <p:nvPr/>
        </p:nvSpPr>
        <p:spPr>
          <a:xfrm>
            <a:off x="3228092" y="32095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34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3593852" y="3182112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แต่ละรายการมีจุดสีบอกสถานะของตัวเอง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“ดูเฉพาะที่ยังไม่ครบ” เพื่อกรองเฉพาะที่ต้องแก้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272784" y="1316736"/>
            <a:ext cx="5358384" cy="822960"/>
          </a:xfrm>
          <a:prstGeom prst="roundRect">
            <a:avLst>
              <a:gd name="adj" fmla="val 11111"/>
            </a:avLst>
          </a:prstGeom>
          <a:solidFill>
            <a:srgbClr val="ECFDF5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83680" y="1618488"/>
            <a:ext cx="237744" cy="237744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9" name="Text 26"/>
          <p:cNvSpPr/>
          <p:nvPr/>
        </p:nvSpPr>
        <p:spPr>
          <a:xfrm>
            <a:off x="6967728" y="136245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9669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จุดเขียว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6967728" y="1728216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ผ่านแล้ว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8467344" y="1316736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กรอกครบทุกช่อง ไม่ต้องทำอะไรอีก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6272784" y="2249424"/>
            <a:ext cx="5358384" cy="822960"/>
          </a:xfrm>
          <a:prstGeom prst="roundRect">
            <a:avLst>
              <a:gd name="adj" fmla="val 11111"/>
            </a:avLst>
          </a:prstGeom>
          <a:solidFill>
            <a:srgbClr val="FFF7ED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583680" y="2551176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4" name="Text 31"/>
          <p:cNvSpPr/>
          <p:nvPr/>
        </p:nvSpPr>
        <p:spPr>
          <a:xfrm>
            <a:off x="6967728" y="229514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จุดส้ม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967728" y="2660904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ยังไม่ผ่าน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467344" y="2249424"/>
            <a:ext cx="30358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ยังขาดอะไรบางอย่าง ต้องกลับมาแก้</a:t>
            </a:r>
            <a:endParaRPr lang="en-US" sz="1250" dirty="0"/>
          </a:p>
        </p:txBody>
      </p:sp>
      <p:sp>
        <p:nvSpPr>
          <p:cNvPr id="37" name="Text 34"/>
          <p:cNvSpPr/>
          <p:nvPr/>
        </p:nvSpPr>
        <p:spPr>
          <a:xfrm>
            <a:off x="6272784" y="3255264"/>
            <a:ext cx="5358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ข้อความสีใต้ชื่อรายการ บอกว่าขาดอะไร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272784" y="3639312"/>
            <a:ext cx="2560320" cy="2615184"/>
          </a:xfrm>
          <a:prstGeom prst="roundRect">
            <a:avLst>
              <a:gd name="adj" fmla="val 3571"/>
            </a:avLst>
          </a:prstGeom>
          <a:solidFill>
            <a:srgbClr val="FEF2F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510528" y="3877056"/>
            <a:ext cx="201168" cy="20116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7"/>
          <p:cNvSpPr/>
          <p:nvPr/>
        </p:nvSpPr>
        <p:spPr>
          <a:xfrm>
            <a:off x="6803136" y="3785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ต้องแก้</a:t>
            </a:r>
            <a:endParaRPr lang="en-US" sz="1500" dirty="0"/>
          </a:p>
        </p:txBody>
      </p:sp>
      <p:sp>
        <p:nvSpPr>
          <p:cNvPr id="41" name="Text 38"/>
          <p:cNvSpPr/>
          <p:nvPr/>
        </p:nvSpPr>
        <p:spPr>
          <a:xfrm>
            <a:off x="6510528" y="41513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ขาดของสำคัญ — ข้อมูลคันนี้ใช้ไม่ได้</a:t>
            </a:r>
            <a:endParaRPr lang="en-US" sz="1150" dirty="0"/>
          </a:p>
        </p:txBody>
      </p:sp>
      <p:sp>
        <p:nvSpPr>
          <p:cNvPr id="42" name="Text 39"/>
          <p:cNvSpPr/>
          <p:nvPr/>
        </p:nvSpPr>
        <p:spPr>
          <a:xfrm>
            <a:off x="6510528" y="4553712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ไม่มีพิกัดต้นทาง หรือปลายทาง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ไม่ได้เลือกประเภทรถ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ไม่ได้เลือกวัตถุประสงค์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รถบรรทุกไม่ตอบเรื่องสินค้า</a:t>
            </a:r>
            <a:endParaRPr lang="en-US" sz="1150" dirty="0"/>
          </a:p>
        </p:txBody>
      </p:sp>
      <p:sp>
        <p:nvSpPr>
          <p:cNvPr id="43" name="Shape 40"/>
          <p:cNvSpPr/>
          <p:nvPr/>
        </p:nvSpPr>
        <p:spPr>
          <a:xfrm>
            <a:off x="9070848" y="3639312"/>
            <a:ext cx="2560320" cy="2615184"/>
          </a:xfrm>
          <a:prstGeom prst="roundRect">
            <a:avLst>
              <a:gd name="adj" fmla="val 3571"/>
            </a:avLst>
          </a:prstGeom>
          <a:solidFill>
            <a:srgbClr val="FFF7ED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9308592" y="3877056"/>
            <a:ext cx="201168" cy="20116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45" name="Text 42"/>
          <p:cNvSpPr/>
          <p:nvPr/>
        </p:nvSpPr>
        <p:spPr>
          <a:xfrm>
            <a:off x="9601200" y="37856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ควรแก้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9308592" y="4151376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ยังใช้ได้ แต่ควรเติมให้ครบ</a:t>
            </a:r>
            <a:endParaRPr lang="en-US" sz="1150" dirty="0"/>
          </a:p>
        </p:txBody>
      </p:sp>
      <p:sp>
        <p:nvSpPr>
          <p:cNvPr id="47" name="Text 44"/>
          <p:cNvSpPr/>
          <p:nvPr/>
        </p:nvSpPr>
        <p:spPr>
          <a:xfrm>
            <a:off x="9308592" y="4553712"/>
            <a:ext cx="20848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ไม่ได้ใส่จำนวนคนในรถ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ไม่มีชื่อสถานที่</a:t>
            </a:r>
            <a:endParaRPr lang="en-US" sz="1150" dirty="0"/>
          </a:p>
          <a:p>
            <a:pPr marL="152400" indent="-1524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ไม่ได้เลือกประเภทสถานที่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15807" y="2194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ขั้นที่ 35  จาก 35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6928" y="219456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19456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ตรวจสถานะ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66928" y="585216"/>
            <a:ext cx="1105783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วิธีกลับมาแก้ระเบียนที่ยังไม่ครบ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66928" y="98755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ทำได้ตลอด ไม่ต้องกลัว แก้แล้วบันทึกทับได้เลย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B6BCC2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66928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3524" y="1531620"/>
            <a:ext cx="2158244" cy="4489704"/>
          </a:xfrm>
          <a:prstGeom prst="roundRect">
            <a:avLst>
              <a:gd name="adj" fmla="val 6779"/>
            </a:avLst>
          </a:prstGeom>
          <a:solidFill>
            <a:srgbClr val="2B3540"/>
          </a:solidFill>
          <a:ln/>
          <a:effectLst>
            <a:outerShdw sx="100000" sy="100000" kx="0" ky="0" algn="bl" rotWithShape="0" blurRad="152400" dist="25400" dir="5400000">
              <a:srgbClr val="000000">
                <a:alpha val="12000"/>
              </a:srgbClr>
            </a:outerShdw>
          </a:effectLst>
        </p:spPr>
      </p:sp>
      <p:pic>
        <p:nvPicPr>
          <p:cNvPr id="11" name="Image 0" descr="/private/tmp/claude-501/-Users-cmmcbook-Desktop-Claude/6b1a54c5-a76b-4b4e-bd2c-fa1a67fbbca8/scratchpad/ppt/shots/33-interview-b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609344"/>
            <a:ext cx="2002796" cy="4334256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79903" y="2901292"/>
            <a:ext cx="442926" cy="220821"/>
          </a:xfrm>
          <a:prstGeom prst="roundRect">
            <a:avLst>
              <a:gd name="adj" fmla="val 49691"/>
            </a:avLst>
          </a:prstGeom>
          <a:solidFill>
            <a:srgbClr val="FFFFFF">
              <a:alpha val="0"/>
            </a:srgbClr>
          </a:solidFill>
          <a:ln w="28575">
            <a:solidFill>
              <a:srgbClr val="DC262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276525" y="2754988"/>
            <a:ext cx="292608" cy="292608"/>
          </a:xfrm>
          <a:prstGeom prst="ellipse">
            <a:avLst/>
          </a:prstGeom>
          <a:solidFill>
            <a:srgbClr val="DC2626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76525" y="27549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35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228092" y="1627632"/>
            <a:ext cx="24229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เปิดรายการนั้นขึ้นมา</a:t>
            </a:r>
            <a:endParaRPr lang="en-US" sz="1550" dirty="0"/>
          </a:p>
        </p:txBody>
      </p:sp>
      <p:sp>
        <p:nvSpPr>
          <p:cNvPr id="16" name="Shape 13"/>
          <p:cNvSpPr/>
          <p:nvPr/>
        </p:nvSpPr>
        <p:spPr>
          <a:xfrm>
            <a:off x="3228092" y="2350008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7" name="Text 14"/>
          <p:cNvSpPr/>
          <p:nvPr/>
        </p:nvSpPr>
        <p:spPr>
          <a:xfrm>
            <a:off x="3228092" y="2350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35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93852" y="2322576"/>
            <a:ext cx="20571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“แก้ไข” เพื่อเปิดฟอร์มกรอกเพิ่ม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3264668" y="3236976"/>
            <a:ext cx="238632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หน้านี้แสดงทุกอย่างที่กรอกไว้ เลื่อนดูได้</a:t>
            </a:r>
            <a:endParaRPr lang="en-US" sz="1150" dirty="0"/>
          </a:p>
          <a:p>
            <a:pPr marL="152400" indent="-152400">
              <a:lnSpc>
                <a:spcPct val="115000"/>
              </a:lnSpc>
              <a:spcAft>
                <a:spcPts val="900"/>
              </a:spcAft>
              <a:buSzPct val="100000"/>
              <a:buChar char="•"/>
            </a:pPr>
            <a:r>
              <a:rPr lang="en-US" sz="1150" dirty="0">
                <a:solidFill>
                  <a:srgbClr val="6B7280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ช่องที่ยังว่างจะขึ้นเป็นขีด “—” ให้เห็นชัด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3228092" y="5248656"/>
            <a:ext cx="24229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F2D9A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74396" y="5248656"/>
            <a:ext cx="21302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ห้ามลบทิ้งแล้วกรอกใหม่ — แก้ของเดิมเสมอ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6272784" y="1298448"/>
            <a:ext cx="5358384" cy="4956048"/>
          </a:xfrm>
          <a:prstGeom prst="roundRect">
            <a:avLst>
              <a:gd name="adj" fmla="val 1845"/>
            </a:avLst>
          </a:prstGeom>
          <a:solidFill>
            <a:srgbClr val="FEF6E7"/>
          </a:solidFill>
          <a:ln w="15240">
            <a:solidFill>
              <a:srgbClr val="F2D9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83680" y="1554480"/>
            <a:ext cx="47365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ที่เจอบ่อยที่สุด และวิธีแก้</a:t>
            </a:r>
            <a:endParaRPr lang="en-US" sz="1700" dirty="0"/>
          </a:p>
        </p:txBody>
      </p:sp>
      <p:sp>
        <p:nvSpPr>
          <p:cNvPr id="24" name="Shape 21"/>
          <p:cNvSpPr/>
          <p:nvPr/>
        </p:nvSpPr>
        <p:spPr>
          <a:xfrm>
            <a:off x="6583680" y="2084832"/>
            <a:ext cx="473659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FDCB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766560" y="215798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ไม่มีพิกัดต้นทาง / ปลายทาง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766560" y="248716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  เปิดแผนที่ ค้นหาหรือปักหมุด แล้วยืนยัน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583680" y="3072384"/>
            <a:ext cx="473659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FDCBB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766560" y="314553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ไม่ได้เลือกประเภทสถานที่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6766560" y="347472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  แตะรูปให้ตรงกับสถานที่นั้น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583680" y="4059936"/>
            <a:ext cx="473659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FDCB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766560" y="413308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ไม่ได้ใส่จำนวนคนในรถ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6766560" y="4462272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  ใส่จำนวนคนที่นั่งมาทั้งหมด รวมคนขับ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6583680" y="5047488"/>
            <a:ext cx="4736592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EFDCB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766560" y="5120640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รถบรรทุกไม่ตอบเรื่องสินค้า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766560" y="5449824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3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→  เลือกมี/ไม่มีสินค้า ถ้ามีให้เลือกชนิด + น้ำหนัก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583680" y="5852160"/>
            <a:ext cx="4736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A5B08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แก้เสร็จแล้วจุดจะเปลี่ยนเป็นสีเขียวเอง ไม่ต้องแจ้งใคร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B2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3840480"/>
            <a:ext cx="5303520" cy="5303520"/>
          </a:xfrm>
          <a:prstGeom prst="ellipse">
            <a:avLst/>
          </a:prstGeom>
          <a:solidFill>
            <a:srgbClr val="3D2E1D"/>
          </a:solidFill>
          <a:ln/>
        </p:spPr>
      </p:sp>
      <p:sp>
        <p:nvSpPr>
          <p:cNvPr id="3" name="Text 1"/>
          <p:cNvSpPr/>
          <p:nvPr/>
        </p:nvSpPr>
        <p:spPr>
          <a:xfrm>
            <a:off x="658368" y="786384"/>
            <a:ext cx="10515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ก่อนเลิกงานทุกวัน — เช็ค 4 ข้อนี้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58368" y="140817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6A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ใช้เวลาไม่ถึง 5 นาที แต่ช่วยให้งานทั้งวันไม่เสียเปล่า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3D2E1D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185416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2117"/>
          </a:solidFill>
          <a:ln w="20320">
            <a:solidFill>
              <a:srgbClr val="C79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2011680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เปิดหน้าจุดสำรวจของตัวเอง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27648" y="2011680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6A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ดูว่ามีแถบชมพู “ข้อมูลยังไม่ครบ” ขึ้นหรือเปล่า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907792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3D2E1D"/>
          </a:solidFill>
          <a:ln/>
        </p:spPr>
      </p:sp>
      <p:sp>
        <p:nvSpPr>
          <p:cNvPr id="10" name="Shape 8"/>
          <p:cNvSpPr/>
          <p:nvPr/>
        </p:nvSpPr>
        <p:spPr>
          <a:xfrm>
            <a:off x="896112" y="3081528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2117"/>
          </a:solidFill>
          <a:ln w="20320">
            <a:solidFill>
              <a:srgbClr val="C79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99616" y="2907792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“ดูเฉพาะที่ยังไม่ครบ”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27648" y="2907792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6A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แล้วไล่แก้ให้ครบทุกรายการ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803904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3D2E1D"/>
          </a:solidFill>
          <a:ln/>
        </p:spPr>
      </p:sp>
      <p:sp>
        <p:nvSpPr>
          <p:cNvPr id="14" name="Shape 12"/>
          <p:cNvSpPr/>
          <p:nvPr/>
        </p:nvSpPr>
        <p:spPr>
          <a:xfrm>
            <a:off x="896112" y="3977640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2117"/>
          </a:solidFill>
          <a:ln w="20320">
            <a:solidFill>
              <a:srgbClr val="C79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99616" y="3803904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ดูให้เหลือแต่จุดเขียว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27648" y="3803904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6A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ถ้ายังมีจุดส้มค้าง แปลว่ายังไม่เสร็จ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4700016"/>
            <a:ext cx="10881360" cy="749808"/>
          </a:xfrm>
          <a:prstGeom prst="roundRect">
            <a:avLst>
              <a:gd name="adj" fmla="val 14634"/>
            </a:avLst>
          </a:prstGeom>
          <a:solidFill>
            <a:srgbClr val="3D2E1D"/>
          </a:solidFill>
          <a:ln/>
        </p:spPr>
      </p:sp>
      <p:sp>
        <p:nvSpPr>
          <p:cNvPr id="18" name="Shape 16"/>
          <p:cNvSpPr/>
          <p:nvPr/>
        </p:nvSpPr>
        <p:spPr>
          <a:xfrm>
            <a:off x="896112" y="4873752"/>
            <a:ext cx="402336" cy="402336"/>
          </a:xfrm>
          <a:prstGeom prst="roundRect">
            <a:avLst>
              <a:gd name="adj" fmla="val 18182"/>
            </a:avLst>
          </a:prstGeom>
          <a:solidFill>
            <a:srgbClr val="2B2117"/>
          </a:solidFill>
          <a:ln w="20320">
            <a:solidFill>
              <a:srgbClr val="C79A5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99616" y="4700016"/>
            <a:ext cx="4754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แตะ “Sync” ตอนมีอินเทอร์เน็ต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27648" y="4700016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D9C6AC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เพื่อส่งงานทั้งวันขึ้นระบบ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5632704"/>
            <a:ext cx="10881360" cy="566928"/>
          </a:xfrm>
          <a:prstGeom prst="roundRect">
            <a:avLst>
              <a:gd name="adj" fmla="val 19355"/>
            </a:avLst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96112" y="5632704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ไม่แน่ใจตรงไหน ถามพี่เลี้ยงได้เสมอ — ถามดีกว่าเดา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6928" y="638251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96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คู่มือผู้สำรวจ — Roadside Interview · บ้านไผ่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10367" y="638251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968A"/>
                </a:solidFill>
                <a:latin typeface="Kanit" pitchFamily="34" charset="0"/>
                <a:ea typeface="Kanit" pitchFamily="34" charset="-122"/>
                <a:cs typeface="Kanit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คู่มือใช้งานทีละขั้น — ผู้สำรวจริมทาง</dc:title>
  <dc:subject>PptxGenJS Presentation</dc:subject>
  <dc:creator>PptxGenJS</dc:creator>
  <cp:lastModifiedBy>PptxGenJS</cp:lastModifiedBy>
  <cp:revision>1</cp:revision>
  <dcterms:created xsi:type="dcterms:W3CDTF">2026-08-13T10:03:02Z</dcterms:created>
  <dcterms:modified xsi:type="dcterms:W3CDTF">2026-08-13T10:03:02Z</dcterms:modified>
</cp:coreProperties>
</file>