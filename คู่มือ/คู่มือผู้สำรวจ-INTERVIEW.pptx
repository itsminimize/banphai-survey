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4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56" r:id="rId10"/>
    <p:sldId id="273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1" r:id="rId19"/>
    <p:sldId id="270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>
        <p:scale>
          <a:sx n="149" d="100"/>
          <a:sy n="149" d="100"/>
        </p:scale>
        <p:origin x="464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2934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5C73D-8B1A-8EC5-2EDE-3B9C234C4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CE4FE-671A-588C-62BC-71DF98B21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F2A856-DD63-9AEC-68C9-B6C08E1DF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81F25-35EA-3420-3531-12FB93791C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787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5" Type="http://schemas.openxmlformats.org/officeDocument/2006/relationships/image" Target="../media/image3.jpg"/><Relationship Id="rId10" Type="http://schemas.openxmlformats.org/officeDocument/2006/relationships/image" Target="../media/image8.jpg"/><Relationship Id="rId4" Type="http://schemas.openxmlformats.org/officeDocument/2006/relationships/image" Target="../media/image2.jpg"/><Relationship Id="rId9" Type="http://schemas.openxmlformats.org/officeDocument/2006/relationships/image" Target="../media/image7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12" Type="http://schemas.openxmlformats.org/officeDocument/2006/relationships/image" Target="../media/image1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11" Type="http://schemas.openxmlformats.org/officeDocument/2006/relationships/image" Target="../media/image18.jpg"/><Relationship Id="rId5" Type="http://schemas.openxmlformats.org/officeDocument/2006/relationships/image" Target="../media/image12.jpg"/><Relationship Id="rId10" Type="http://schemas.openxmlformats.org/officeDocument/2006/relationships/image" Target="../media/image17.jpg"/><Relationship Id="rId4" Type="http://schemas.openxmlformats.org/officeDocument/2006/relationships/image" Target="../media/image11.jpg"/><Relationship Id="rId9" Type="http://schemas.openxmlformats.org/officeDocument/2006/relationships/image" Target="../media/image16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25A463-0C9E-CAEC-E471-7F98F9F58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C71A89-7A46-6335-6B9B-7F1EA02017E7}"/>
              </a:ext>
            </a:extLst>
          </p:cNvPr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2452342-CA4B-BA01-2FE3-B6547E24F1CB}"/>
              </a:ext>
            </a:extLst>
          </p:cNvPr>
          <p:cNvSpPr/>
          <p:nvPr/>
        </p:nvSpPr>
        <p:spPr>
          <a:xfrm>
            <a:off x="128016" y="0"/>
            <a:ext cx="128016" cy="51435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1A9E4E4-D892-9B92-3E08-180B7D9F15BA}"/>
              </a:ext>
            </a:extLst>
          </p:cNvPr>
          <p:cNvSpPr/>
          <p:nvPr/>
        </p:nvSpPr>
        <p:spPr>
          <a:xfrm>
            <a:off x="822960" y="1417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</a:t>
            </a:r>
            <a:endParaRPr lang="en-US" sz="4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6CD69E-A5DC-3DE2-F353-31788B74375C}"/>
              </a:ext>
            </a:extLst>
          </p:cNvPr>
          <p:cNvSpPr/>
          <p:nvPr/>
        </p:nvSpPr>
        <p:spPr>
          <a:xfrm>
            <a:off x="822960" y="2148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3C5F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แบบสำรวจการเดินทาง — อำเภอบ้านไผ่</a:t>
            </a:r>
            <a:endParaRPr lang="en-US" sz="17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B1965D6-3663-A4B4-00DA-814D4E80DB50}"/>
              </a:ext>
            </a:extLst>
          </p:cNvPr>
          <p:cNvSpPr/>
          <p:nvPr/>
        </p:nvSpPr>
        <p:spPr>
          <a:xfrm>
            <a:off x="822960" y="3200400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A7EDBC6-EFC6-6C25-6542-019D6FA541DA}"/>
              </a:ext>
            </a:extLst>
          </p:cNvPr>
          <p:cNvSpPr/>
          <p:nvPr/>
        </p:nvSpPr>
        <p:spPr>
          <a:xfrm>
            <a:off x="822960" y="320040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🏠  Home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217970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8BD366-37F2-F51C-C160-9CD786FB83C6}"/>
              </a:ext>
            </a:extLst>
          </p:cNvPr>
          <p:cNvSpPr txBox="1"/>
          <p:nvPr/>
        </p:nvSpPr>
        <p:spPr>
          <a:xfrm>
            <a:off x="2849413" y="2217807"/>
            <a:ext cx="34451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4000" dirty="0"/>
              <a:t>เปิดตำแหน่งในโทรศัพท์</a:t>
            </a:r>
            <a:endParaRPr lang="en-TH" sz="4000" dirty="0"/>
          </a:p>
        </p:txBody>
      </p:sp>
    </p:spTree>
    <p:extLst>
      <p:ext uri="{BB962C8B-B14F-4D97-AF65-F5344CB8AC3E}">
        <p14:creationId xmlns:p14="http://schemas.microsoft.com/office/powerpoint/2010/main" val="1406649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ภาพรวม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งานของคุณมีแค่ 3 ขั้น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3347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603504" y="11521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603504" y="1152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1430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เปิดแอป ใส่ชื่อ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517904"/>
            <a:ext cx="2304288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พิมพ์ชื่อ-นามสกุลของตัวเอง แล้วเลือกชื่อผู้ควบคุมของคุณ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ทำครั้งเดียว เครื่องจำให้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55264" y="1005840"/>
            <a:ext cx="263347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401568" y="11521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401568" y="1152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22192" y="11430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เก็บข้อมูล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19856" y="1517904"/>
            <a:ext cx="2304288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กรอกตามฟอร์มไปทีละหน้า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ระบบบันทึกให้อัตโนมัติทุกครั้งที่กด "บันทึก" — ไม่ต้องกลัวข้อมูลหาย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53328" y="1005840"/>
            <a:ext cx="263347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6199632" y="11521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6199632" y="1152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0256" y="11430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ปล่อยให้ส่งเอง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1517904"/>
            <a:ext cx="2304288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มีเน็ต = ส่งขึ้นระบบทันทีเอง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ไม่มีเน็ต = เก็บไว้ในเครื่องก่อน พอมีสัญญาณจะส่งให้เอง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55848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457200" y="3355848"/>
            <a:ext cx="50292" cy="56692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640080" y="3392424"/>
            <a:ext cx="790041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💡  </a:t>
            </a:r>
            <a:r>
              <a:rPr lang="en-US" sz="1200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ไม่ต้องกดปุ่ม Sync เอง และไม่ต้องกลัวเน็ตหลุด — เก็บข้อมูลต่อไปได้เลย ข้อมูลอยู่ในเครื่องจนกว่าจะส่งสำเร็จ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457200" y="479602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· โครงการสำรวจการเดินทาง อ.บ้านไผ่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83880" y="47960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เริ่มต้น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เปิดแอปครั้งแรก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603504" y="113385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603504" y="11338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124712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พิมพ์ชื่อ-นามสกุลของคุณ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499616"/>
            <a:ext cx="369417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ชื่อนี้จะติดไปกับทุกระเบียนที่คุณเก็บ — พิมพ์ให้ถูกและเหมือนเดิมทุกวัน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87552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4809744" y="113385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4809744" y="11338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30368" y="1124712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เลือกชื่อผู้ควบคุม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28032" y="1499616"/>
            <a:ext cx="369417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เลือกจากรายชื่อที่มีให้ (แสดงเป็นชื่อเล่น) — ห้ามพิมพ์เอง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523744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457200" y="2523744"/>
            <a:ext cx="50292" cy="6583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640080" y="2560320"/>
            <a:ext cx="79004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⚠️  </a:t>
            </a:r>
            <a:r>
              <a:rPr lang="en-US" sz="1200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พิมพ์ชื่อตัวเองผิดแม้แต่ตัวเดียว ระบบจะนับเป็นคนละคน — งานของคุณจะกระจายเป็นสองชื่อ ถ้าพิมพ์ผิดให้บอกผู้ควบคุมทันที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50292" cy="65836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640080" y="3328416"/>
            <a:ext cx="79004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📍  </a:t>
            </a:r>
            <a:r>
              <a:rPr lang="en-US" sz="1200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เปิด GPS ของเครื่องไว้ตลอดเวลาทำงาน และอนุญาตให้เว็บใช้ตำแหน่งเมื่อระบบถาม — ถ้าไม่เปิด จะกดปุ่มดึงพิกัดไม่ได้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457200" y="479602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ทำครั้งเดียวตอนเริ่มงาน · เปลี่ยนได้ที่เมนูมุมขวาบน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83880" y="47960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🏠 HOME INTERVIEW · ขั้นที่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เพิ่มบ้านหลังใหม่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969264"/>
            <a:ext cx="40233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603504" y="11155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603504" y="1115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106424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กด "+ เพิ่มครัวเรือน"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481328"/>
            <a:ext cx="36941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กรอกบ้านเลขที่ · หมู่ · ซอย/ถนน · เบอร์โทร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ตำบล/อำเภอ/จังหวัด ระบบเติมให้เองเมื่อกดพิกัด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69264"/>
            <a:ext cx="40233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4809744" y="11155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4809744" y="1115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30368" y="1106424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กด 📍 ตรงหน้าบ้านจริง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28032" y="1481328"/>
            <a:ext cx="36941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ต้องยืนอยู่ที่บ้านหลังนั้นตอนกด ไม่ใช่กดตอนนั่งอยู่ที่อื่น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88336"/>
            <a:ext cx="40233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603504" y="283464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603504" y="2834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2825496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ประเภทที่อยู่ + รายได้ครัวเรือน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" y="3200400"/>
            <a:ext cx="36941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รายได้รวมทั้งบ้านต่อเดือน (ตัวเลขอย่างเดียว)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688336"/>
            <a:ext cx="40233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4809744" y="283464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4809744" y="2834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30368" y="2825496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ยานพาหนะที่บ้านนี้มี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28032" y="3200400"/>
            <a:ext cx="36941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ใส่จำนวนตามชนิดรถ — มีผลกับตัวเลือก "วิธีเดินทาง" ในขั้นถัดไป ถ้าไม่ใส่ ตัวเลือกจะหาย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457200" y="479602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บันทึกแล้วบ้านจะขึ้นในรายการหน้าแรก · กดเข้าไปเพิ่มสมาชิกต่อ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83880" y="47960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🏠 HOME INTERVIEW · ขั้นที่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บันทึกสมาชิกในบ้าน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เพิ่ม "ทุกคน" ที่อาศัยอยู่จริงในบ้านหลังนั้น ทีละคน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603504" y="142646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603504" y="14264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417320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ข้อมูลส่วนตัว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1792224"/>
            <a:ext cx="36941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เพศ · อายุ · การศึกษา · อาชีพ · สถานะการทำงาน · รายได้ต่อเดือน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809744" y="142646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4809744" y="14264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30368" y="1417320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สถานที่ทำงาน/เรียน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28032" y="1792224"/>
            <a:ext cx="36941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ชื่อที่ทำงาน + พิกัด (ค้นหาชื่อสถานที่ หรือปักหมุดบนแผนที่)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21024"/>
            <a:ext cx="8229600" cy="548640"/>
          </a:xfrm>
          <a:prstGeom prst="roundRect">
            <a:avLst>
              <a:gd name="adj" fmla="val 11667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457200" y="3621024"/>
            <a:ext cx="50292" cy="5486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79004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⚠️  </a:t>
            </a:r>
            <a:r>
              <a:rPr lang="en-US" sz="1200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บ้านที่ไม่มีสมาชิกคนไหนเดินทางเลย การ์ดจะขึ้นเป็นสีแดงในหน้ารายการ — ให้กลับไปตรวจว่าลืมกรอกหรือเปล่า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457200" y="479602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บันทึกครบทุกคนแล้ว จึงไปขั้นการเดินทาง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83880" y="47960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🏠 HOME INTERVIEW · ขั้นที่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บันทึกการเดินทาง (ของเมื่อวาน)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ถามทีละคน ว่า "เมื่อวานออกจากบ้านไปไหนบ้าง" แล้วบันทึกเรียงเป็นเที่ยว ๆ ตามลำดับเวลา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603504" y="142646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603504" y="14264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4173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ต้นทาง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1792224"/>
            <a:ext cx="2304288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ออกจากที่ไหน + ลักษณะสถานที่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กดพิกัดหรือค้นหาชื่อ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เที่ยวถัดไป ระบบเติมต้นทาง = ปลายทางเที่ยวก่อนหน้าให้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55264" y="1280160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3401568" y="142646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3401568" y="14264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22192" y="14173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เวลา + วัตถุประสงค์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19856" y="1792224"/>
            <a:ext cx="2304288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เวลาที่เริ่มออกเดินทาง (กรอกเอง)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ไปทำอะไร — เลือกจาก 11 ข้อ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53328" y="1280160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6199632" y="142646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6199632" y="14264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0256" y="14173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ปลายทาง + วิธีเดินทาง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792224"/>
            <a:ext cx="2304288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ไปถึงที่ไหน + ลักษณะสถานที่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ใช้อะไรไป กี่นาที ค่าโดยสารเท่าไร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ต่อรถหลายทอด = เพิ่มช่วงได้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27832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457200" y="3227832"/>
            <a:ext cx="50292" cy="56692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640080" y="3264408"/>
            <a:ext cx="790041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🕐  </a:t>
            </a:r>
            <a:r>
              <a:rPr lang="en-US" sz="1200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เวลาถึงปลายทาง ระบบคำนวณให้เอง (เวลาออก + นาทีที่ใช้) — คุณกรอกแค่เวลาออกกับจำนวนนาที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457200" y="479602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เที่ยวสุดท้ายของวันควรเป็น "กลับบ้าน"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83880" y="47960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🏠 HOME INTERVIEW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กฎ 3 ข้อที่ต้องผ่าน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66928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09728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ต้นทางและปลายทางต้องมีพิกัดครบ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444752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พิมพ์ชื่อสถานที่เฉย ๆ ไม่พอ ต้องกดค้นหาจนเจอ หรือปักหมุดบนแผนที่ ให้ขึ้นตัวเลขพิกัด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32580"/>
            <a:ext cx="822960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66928" y="2176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219456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เวลาออกต้องไม่ก่อนเวลาถึงของเที่ยวก่อนหน้า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542032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ระบบจะเตือนและไม่ให้บันทึก ถ้าใส่ย้อนเวลา — ให้ถามผู้ตอบใหม่ว่าอันไหนถูก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3734"/>
            <a:ext cx="822960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566928" y="3273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32918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วิธีเดินทางต้องตรงกับรถที่บ้านนั้นมี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639312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ถ้าเลือก "รถจักรยานยนต์ส่วนตัว" ไม่ขึ้น แปลว่ายังไม่ได้ใส่จำนวนรถในหน้าข้อมูลบ้าน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24378"/>
            <a:ext cx="8229600" cy="548640"/>
          </a:xfrm>
          <a:prstGeom prst="roundRect">
            <a:avLst>
              <a:gd name="adj" fmla="val 11667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457200" y="4124377"/>
            <a:ext cx="50292" cy="5486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40080" y="4204496"/>
            <a:ext cx="79004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🔍  </a:t>
            </a:r>
            <a:r>
              <a:rPr lang="en-US" sz="1200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หน้าแรกมีปุ่มกรองบ้านที่ "พิกัดไม่ครบ" — ก่อนเลิกงานให้กดดูสักครั้ง แล้วไล่แก้ให้หมด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457200" y="479602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บ้านที่ยังไม่ครบจะขึ้นการ์ดสีแดง เห็นได้จากหน้ารายการ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83880" y="47960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28016" y="0"/>
            <a:ext cx="128016" cy="51435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3C5F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แบบสำรวจการเดินทาง — อำเภอบ้านไผ่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9367" y="320040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829367" y="320040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🚦  Roadside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59E7E-7F79-13A6-FD88-E6B3711D9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E891A2-01FB-952F-EE21-1DEDB8B05CEF}"/>
              </a:ext>
            </a:extLst>
          </p:cNvPr>
          <p:cNvSpPr txBox="1"/>
          <p:nvPr/>
        </p:nvSpPr>
        <p:spPr>
          <a:xfrm>
            <a:off x="2849413" y="2217807"/>
            <a:ext cx="34451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4000" dirty="0"/>
              <a:t>เปิดตำแหน่งในโทรศัพท์</a:t>
            </a:r>
            <a:endParaRPr lang="en-TH" sz="4000" dirty="0"/>
          </a:p>
        </p:txBody>
      </p:sp>
    </p:spTree>
    <p:extLst>
      <p:ext uri="{BB962C8B-B14F-4D97-AF65-F5344CB8AC3E}">
        <p14:creationId xmlns:p14="http://schemas.microsoft.com/office/powerpoint/2010/main" val="3108241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EA580C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🚦 ROADSIDE INTERVIEW · เริ่มต้น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เลือกจุดสำรวจ แล้วเริ่มสัมภาษณ์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603504" y="1133856"/>
            <a:ext cx="329184" cy="329184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603504" y="11338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124712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เลือกจุดของคุณจากรายการ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499616"/>
            <a:ext cx="3694176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ผู้ควบคุมสร้างจุดไว้ให้แล้ว — คุณแค่กดเข้าไป ไม่ต้องสร้างเอง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87552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4809744" y="1133856"/>
            <a:ext cx="329184" cy="329184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4809744" y="11338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30368" y="1124712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กด "+ เพิ่มการสำรวจ"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28032" y="1499616"/>
            <a:ext cx="3694176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ทีละคัน — จบคันหนึ่งแล้วกดเพิ่มคันถัดไปได้ทันที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587752"/>
            <a:ext cx="8229600" cy="603504"/>
          </a:xfrm>
          <a:prstGeom prst="roundRect">
            <a:avLst>
              <a:gd name="adj" fmla="val 10606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457200" y="2587752"/>
            <a:ext cx="50292" cy="60350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640080" y="2624328"/>
            <a:ext cx="7900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↔️  </a:t>
            </a:r>
            <a:r>
              <a:rPr lang="en-US" sz="1200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ขั้นแรกจะถามว่าคุณประจำฝั่งไหนของถนน — ตอบครั้งเดียว ระบบจำไว้ใช้กับทุกคันถัดไปทั้งวัน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82696"/>
            <a:ext cx="8229600" cy="603504"/>
          </a:xfrm>
          <a:prstGeom prst="roundRect">
            <a:avLst>
              <a:gd name="adj" fmla="val 10606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57200" y="3282696"/>
            <a:ext cx="50292" cy="60350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640080" y="3319272"/>
            <a:ext cx="7900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👤  </a:t>
            </a:r>
            <a:r>
              <a:rPr lang="en-US" sz="1200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คุณจะเห็นเฉพาะรายการที่ตัวเองเก็บ ส่วนผู้ควบคุมเห็นของทั้งทีม — เลขที่ขึ้นในหน้าจุดคือของคุณคนเดียว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457200" y="479602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ยืนให้ปลอดภัย สวมเสื้อสะท้อนแสงตลอดเวลาปฏิบัติงาน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83880" y="47960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EA580C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🚦 ROADSIDE INTERVIEW · แบบสอบถาม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กรอกทีละขั้น จนครบ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9888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585216" y="1106424"/>
            <a:ext cx="292608" cy="292608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85216" y="11064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50976" y="1097280"/>
            <a:ext cx="13853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ทิศทาง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" y="1481328"/>
            <a:ext cx="16962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ถามครั้งเดียวต่อวัน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37460" y="987552"/>
            <a:ext cx="19888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2665476" y="1106424"/>
            <a:ext cx="292608" cy="292608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2665476" y="11064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31236" y="1097280"/>
            <a:ext cx="13853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ประเภทรถ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83764" y="1481328"/>
            <a:ext cx="16962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ดูเอง ไม่ต้องถาม (ดูหน้า 11)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987552"/>
            <a:ext cx="19888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4745736" y="1106424"/>
            <a:ext cx="292608" cy="292608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4745736" y="11064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11496" y="1097280"/>
            <a:ext cx="13853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จำนวนคนในรถ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64024" y="1481328"/>
            <a:ext cx="16962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นับรวมคนขับด้วย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97980" y="987552"/>
            <a:ext cx="19888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6825996" y="1106424"/>
            <a:ext cx="292608" cy="292608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6825996" y="11064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91756" y="1097280"/>
            <a:ext cx="13853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ต้นทาง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44284" y="1481328"/>
            <a:ext cx="16962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มาจากไหน + ลักษณะสถานที่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286000"/>
            <a:ext cx="19888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585216" y="2404872"/>
            <a:ext cx="292608" cy="292608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585216" y="2404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50976" y="2395728"/>
            <a:ext cx="13853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ปลายทาง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3504" y="2779776"/>
            <a:ext cx="16962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จะไปไหน + ลักษณะสถานที่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37460" y="2286000"/>
            <a:ext cx="19888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2665476" y="2404872"/>
            <a:ext cx="292608" cy="292608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2665476" y="2404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31236" y="2395728"/>
            <a:ext cx="13853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วัตถุประสงค์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83764" y="2779776"/>
            <a:ext cx="16962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ไปทำอะไร (ดูหน้า 13)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17720" y="2286000"/>
            <a:ext cx="19888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Shape 34"/>
          <p:cNvSpPr/>
          <p:nvPr/>
        </p:nvSpPr>
        <p:spPr>
          <a:xfrm>
            <a:off x="4745736" y="2404872"/>
            <a:ext cx="292608" cy="292608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4745736" y="2404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11496" y="2395728"/>
            <a:ext cx="13853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สินค้าที่บรรทุก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64024" y="2779776"/>
            <a:ext cx="16962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เฉพาะรถบรรทุกเท่านั้น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97980" y="2286000"/>
            <a:ext cx="19888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Shape 39"/>
          <p:cNvSpPr/>
          <p:nvPr/>
        </p:nvSpPr>
        <p:spPr>
          <a:xfrm>
            <a:off x="6825996" y="2404872"/>
            <a:ext cx="292608" cy="292608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2" name="Text 40"/>
          <p:cNvSpPr/>
          <p:nvPr/>
        </p:nvSpPr>
        <p:spPr>
          <a:xfrm>
            <a:off x="6825996" y="2404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91756" y="2395728"/>
            <a:ext cx="13853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รายได้ผู้ขับ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44284" y="2779776"/>
            <a:ext cx="16962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ต่อเดือน — ไม่ตอบก็ข้ามได้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3584448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6" name="Shape 44"/>
          <p:cNvSpPr/>
          <p:nvPr/>
        </p:nvSpPr>
        <p:spPr>
          <a:xfrm>
            <a:off x="457200" y="3584448"/>
            <a:ext cx="50292" cy="56692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7" name="Text 45"/>
          <p:cNvSpPr/>
          <p:nvPr/>
        </p:nvSpPr>
        <p:spPr>
          <a:xfrm>
            <a:off x="640080" y="3621024"/>
            <a:ext cx="790041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↩️  </a:t>
            </a:r>
            <a:r>
              <a:rPr lang="en-US" sz="1200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กรอกผิดขั้นไหน กดปุ่มย้อนกลับในแอปได้ตลอด · ขั้นที่ 7 จะข้ามให้เองถ้าไม่ใช่รถบรรทุก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9" name="Text 47"/>
          <p:cNvSpPr/>
          <p:nvPr/>
        </p:nvSpPr>
        <p:spPr>
          <a:xfrm>
            <a:off x="457200" y="479602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ถามสั้น กระชับ ไม่ต้องอธิบายยาว — เป้าหมายคือให้รถผ่านเร็ว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183880" y="47960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EA580C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🚦 ROADSIDE INTERVIEW · หลังบันทึก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บันทึกเสร็จแล้วเลือกได้ 3 ทาง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263347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329184" cy="329184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603504" y="11704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16128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รถคันถัดไป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536192"/>
            <a:ext cx="2304288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ใช้บ่อยที่สุด — เริ่มคันใหม่ทันทีโดยใช้ทิศเดิม ไม่ต้องตอบขั้นที่ 1 ซ้ำ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55264" y="1024128"/>
            <a:ext cx="263347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401568" y="1170432"/>
            <a:ext cx="329184" cy="329184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401568" y="11704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22192" y="116128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แก้ไขรายการนี้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19856" y="1536192"/>
            <a:ext cx="2304288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กรอกผิดแล้วเพิ่งนึกได้ กดกลับไปแก้ได้ทันที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53328" y="1024128"/>
            <a:ext cx="263347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6199632" y="1170432"/>
            <a:ext cx="329184" cy="329184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6199632" y="11704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0256" y="116128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กลับหน้าจุดสำรวจ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1536192"/>
            <a:ext cx="2304288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ดูรายการทั้งหมดที่เก็บไปแล้ว และจำนวนที่ทำได้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523744"/>
            <a:ext cx="8229600" cy="713232"/>
          </a:xfrm>
          <a:prstGeom prst="roundRect">
            <a:avLst>
              <a:gd name="adj" fmla="val 8974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457200" y="2523744"/>
            <a:ext cx="50292" cy="7132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640080" y="2560320"/>
            <a:ext cx="7900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🟠  </a:t>
            </a:r>
            <a:r>
              <a:rPr lang="en-US" sz="1200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จุดสีหน้ารายการ: 🟢 เขียว = ครบแล้ว · 🟠 ส้ม = ยังขาดบางช่อง (มักเป็นพิกัด) · ⚪ เทา = ยังไม่ได้กรอก — กรองดูเฉพาะ "ไม่สมบูรณ์" แล้วไล่แก้ก่อนเลิกงาน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457200" y="479602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ตัวเลขในหน้าจุดคือจำนวนที่คุณเก็บได้แล้ว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83880" y="47960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7C3AE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ตารางอ้างอิง · ใช้ตอนสำรวจริมทาง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ประเภทรถ 9 ประเภท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1558138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6" name="Image 0" descr="/private/tmp/claude-501/-Users-cmmcbook-Desktop-Claude/6b1a54c5-a76b-4b4e-bd2c-fa1a67fbbca8/scratchpad/pic/v1_bicycle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2064" y="987552"/>
            <a:ext cx="1448410" cy="786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" y="1033272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5"/>
          <p:cNvSpPr/>
          <p:nvPr/>
        </p:nvSpPr>
        <p:spPr>
          <a:xfrm>
            <a:off x="557784" y="103327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1773936"/>
            <a:ext cx="146669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จักรยาน 2 ล้อ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2176272"/>
            <a:ext cx="146669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ถีบ ไม่มีเครื่อง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125066" y="932688"/>
            <a:ext cx="1558138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2" name="Image 1" descr="/private/tmp/claude-501/-Users-cmmcbook-Desktop-Claude/6b1a54c5-a76b-4b4e-bd2c-fa1a67fbbca8/scratchpad/pic/v2_bicycle3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79930" y="987552"/>
            <a:ext cx="1448410" cy="78638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225650" y="1033272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0"/>
          <p:cNvSpPr/>
          <p:nvPr/>
        </p:nvSpPr>
        <p:spPr>
          <a:xfrm>
            <a:off x="2225650" y="103327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170786" y="1773936"/>
            <a:ext cx="146669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จักรยาน 3 ล้อ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170786" y="2176272"/>
            <a:ext cx="146669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สามล้อถีบ ไม่มีเครื่อง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792931" y="932688"/>
            <a:ext cx="1558138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8" name="Image 2" descr="/private/tmp/claude-501/-Users-cmmcbook-Desktop-Claude/6b1a54c5-a76b-4b4e-bd2c-fa1a67fbbca8/scratchpad/pic/v3_motorcycle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47795" y="987552"/>
            <a:ext cx="1448410" cy="78638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893515" y="1033272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5"/>
          <p:cNvSpPr/>
          <p:nvPr/>
        </p:nvSpPr>
        <p:spPr>
          <a:xfrm>
            <a:off x="3893515" y="103327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3838651" y="1773936"/>
            <a:ext cx="146669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รถจักรยานยนต์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838651" y="2176272"/>
            <a:ext cx="146669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รวมรถรับจ้าง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460797" y="932688"/>
            <a:ext cx="1558138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24" name="Image 3" descr="/private/tmp/claude-501/-Users-cmmcbook-Desktop-Claude/6b1a54c5-a76b-4b4e-bd2c-fa1a67fbbca8/scratchpad/pic/v4_tuk3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515661" y="987552"/>
            <a:ext cx="1448410" cy="78638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5561381" y="1033272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0"/>
          <p:cNvSpPr/>
          <p:nvPr/>
        </p:nvSpPr>
        <p:spPr>
          <a:xfrm>
            <a:off x="5561381" y="103327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506517" y="1773936"/>
            <a:ext cx="146669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รถสามล้อเครื่อง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506517" y="2176272"/>
            <a:ext cx="146669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ตุ๊กตุ๊ก สกายแล็บ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7128662" y="932688"/>
            <a:ext cx="1558138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30" name="Image 4" descr="/private/tmp/claude-501/-Users-cmmcbook-Desktop-Claude/6b1a54c5-a76b-4b4e-bd2c-fa1a67fbbca8/scratchpad/pic/v5_car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183526" y="987552"/>
            <a:ext cx="1448410" cy="786384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7229246" y="1033272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25"/>
          <p:cNvSpPr/>
          <p:nvPr/>
        </p:nvSpPr>
        <p:spPr>
          <a:xfrm>
            <a:off x="7229246" y="103327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7174382" y="1773936"/>
            <a:ext cx="146669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รถยนต์นั่งส่วนบุคคล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7174382" y="2176272"/>
            <a:ext cx="146669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เก๋ง · กระบะ · SUV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457200" y="2560320"/>
            <a:ext cx="1558138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36" name="Image 5" descr="/private/tmp/claude-501/-Users-cmmcbook-Desktop-Claude/6b1a54c5-a76b-4b4e-bd2c-fa1a67fbbca8/scratchpad/pic/v6_bus_sm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12064" y="2615184"/>
            <a:ext cx="1448410" cy="786384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557784" y="2660904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8" name="Text 30"/>
          <p:cNvSpPr/>
          <p:nvPr/>
        </p:nvSpPr>
        <p:spPr>
          <a:xfrm>
            <a:off x="557784" y="2660904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502920" y="3401568"/>
            <a:ext cx="146669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รถโดยสารเล็ก–กลาง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502920" y="3803904"/>
            <a:ext cx="146669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สองแถว · รถตู้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2125066" y="2560320"/>
            <a:ext cx="1558138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2" name="Image 6" descr="/private/tmp/claude-501/-Users-cmmcbook-Desktop-Claude/6b1a54c5-a76b-4b4e-bd2c-fa1a67fbbca8/scratchpad/pic/v7_bus_lg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179930" y="2615184"/>
            <a:ext cx="1448410" cy="786384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2225650" y="2660904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4" name="Text 35"/>
          <p:cNvSpPr/>
          <p:nvPr/>
        </p:nvSpPr>
        <p:spPr>
          <a:xfrm>
            <a:off x="2225650" y="2660904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</a:t>
            </a:r>
            <a:endParaRPr lang="en-US" sz="1000" dirty="0"/>
          </a:p>
        </p:txBody>
      </p:sp>
      <p:sp>
        <p:nvSpPr>
          <p:cNvPr id="45" name="Text 36"/>
          <p:cNvSpPr/>
          <p:nvPr/>
        </p:nvSpPr>
        <p:spPr>
          <a:xfrm>
            <a:off x="2170786" y="3401568"/>
            <a:ext cx="146669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รถโดยสารขนาดใหญ่</a:t>
            </a: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2170786" y="3803904"/>
            <a:ext cx="146669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บขส. · รถทัวร์ · รถโรงเรียน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3792931" y="2560320"/>
            <a:ext cx="1558138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8" name="Image 7" descr="/private/tmp/claude-501/-Users-cmmcbook-Desktop-Claude/6b1a54c5-a76b-4b4e-bd2c-fa1a67fbbca8/scratchpad/pic/v8_truck4.jp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847795" y="2615184"/>
            <a:ext cx="1448410" cy="786384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3893515" y="2660904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0" name="Text 40"/>
          <p:cNvSpPr/>
          <p:nvPr/>
        </p:nvSpPr>
        <p:spPr>
          <a:xfrm>
            <a:off x="3893515" y="2660904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8</a:t>
            </a:r>
            <a:endParaRPr lang="en-US" sz="1000" dirty="0"/>
          </a:p>
        </p:txBody>
      </p:sp>
      <p:sp>
        <p:nvSpPr>
          <p:cNvPr id="51" name="Text 41"/>
          <p:cNvSpPr/>
          <p:nvPr/>
        </p:nvSpPr>
        <p:spPr>
          <a:xfrm>
            <a:off x="3838651" y="3401568"/>
            <a:ext cx="146669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รถบรรทุกเล็ก 4 ล้อ</a:t>
            </a:r>
            <a:endParaRPr lang="en-US" sz="1100" dirty="0"/>
          </a:p>
        </p:txBody>
      </p:sp>
      <p:sp>
        <p:nvSpPr>
          <p:cNvPr id="52" name="Text 42"/>
          <p:cNvSpPr/>
          <p:nvPr/>
        </p:nvSpPr>
        <p:spPr>
          <a:xfrm>
            <a:off x="3838651" y="3803904"/>
            <a:ext cx="146669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นับล้อ = 4</a:t>
            </a:r>
            <a:endParaRPr lang="en-US" sz="900" dirty="0"/>
          </a:p>
        </p:txBody>
      </p:sp>
      <p:sp>
        <p:nvSpPr>
          <p:cNvPr id="53" name="Shape 43"/>
          <p:cNvSpPr/>
          <p:nvPr/>
        </p:nvSpPr>
        <p:spPr>
          <a:xfrm>
            <a:off x="5460797" y="2560320"/>
            <a:ext cx="1558138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54" name="Image 8" descr="/private/tmp/claude-501/-Users-cmmcbook-Desktop-Claude/6b1a54c5-a76b-4b4e-bd2c-fa1a67fbbca8/scratchpad/pic/v9_truck6.jp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515661" y="2615184"/>
            <a:ext cx="1448410" cy="786384"/>
          </a:xfrm>
          <a:prstGeom prst="rect">
            <a:avLst/>
          </a:prstGeom>
        </p:spPr>
      </p:pic>
      <p:sp>
        <p:nvSpPr>
          <p:cNvPr id="55" name="Shape 44"/>
          <p:cNvSpPr/>
          <p:nvPr/>
        </p:nvSpPr>
        <p:spPr>
          <a:xfrm>
            <a:off x="5561381" y="2660904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6" name="Text 45"/>
          <p:cNvSpPr/>
          <p:nvPr/>
        </p:nvSpPr>
        <p:spPr>
          <a:xfrm>
            <a:off x="5561381" y="2660904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9</a:t>
            </a:r>
            <a:endParaRPr lang="en-US" sz="1000" dirty="0"/>
          </a:p>
        </p:txBody>
      </p:sp>
      <p:sp>
        <p:nvSpPr>
          <p:cNvPr id="57" name="Text 46"/>
          <p:cNvSpPr/>
          <p:nvPr/>
        </p:nvSpPr>
        <p:spPr>
          <a:xfrm>
            <a:off x="5506517" y="3401568"/>
            <a:ext cx="146669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รถบรรทุก 6 ล้อขึ้นไป</a:t>
            </a:r>
            <a:endParaRPr lang="en-US" sz="1100" dirty="0"/>
          </a:p>
        </p:txBody>
      </p:sp>
      <p:sp>
        <p:nvSpPr>
          <p:cNvPr id="58" name="Text 47"/>
          <p:cNvSpPr/>
          <p:nvPr/>
        </p:nvSpPr>
        <p:spPr>
          <a:xfrm>
            <a:off x="5506517" y="3803904"/>
            <a:ext cx="146669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นับล้อ = 6 ขึ้นไป</a:t>
            </a:r>
            <a:endParaRPr lang="en-US" sz="900" dirty="0"/>
          </a:p>
        </p:txBody>
      </p:sp>
      <p:sp>
        <p:nvSpPr>
          <p:cNvPr id="59" name="Shape 48"/>
          <p:cNvSpPr/>
          <p:nvPr/>
        </p:nvSpPr>
        <p:spPr>
          <a:xfrm>
            <a:off x="457200" y="4151376"/>
            <a:ext cx="8229600" cy="530352"/>
          </a:xfrm>
          <a:prstGeom prst="roundRect">
            <a:avLst>
              <a:gd name="adj" fmla="val 1206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0" name="Shape 49"/>
          <p:cNvSpPr/>
          <p:nvPr/>
        </p:nvSpPr>
        <p:spPr>
          <a:xfrm>
            <a:off x="457200" y="4151376"/>
            <a:ext cx="50292" cy="5303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1" name="Text 50"/>
          <p:cNvSpPr/>
          <p:nvPr/>
        </p:nvSpPr>
        <p:spPr>
          <a:xfrm>
            <a:off x="640080" y="4187952"/>
            <a:ext cx="7900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🔢  </a:t>
            </a:r>
            <a:r>
              <a:rPr lang="en-US" sz="1200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แยกข้อ 8 กับ 9 ด้วยการนับล้อ ไม่ใช่ขนาดตัวรถ — กระบะดัดแปลงบรรทุกของ ยังนับเป็นข้อ 5 ถ้าเจ้าของใช้ส่วนตัว</a:t>
            </a:r>
            <a:endParaRPr lang="en-US" sz="1200" dirty="0"/>
          </a:p>
        </p:txBody>
      </p:sp>
      <p:sp>
        <p:nvSpPr>
          <p:cNvPr id="62" name="Shape 51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3" name="Text 52"/>
          <p:cNvSpPr/>
          <p:nvPr/>
        </p:nvSpPr>
        <p:spPr>
          <a:xfrm>
            <a:off x="457200" y="479602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ประเภทรถดูเอาเอง ไม่ต้องถามผู้ขับ</a:t>
            </a:r>
            <a:endParaRPr lang="en-US" sz="1000" dirty="0"/>
          </a:p>
        </p:txBody>
      </p:sp>
      <p:sp>
        <p:nvSpPr>
          <p:cNvPr id="64" name="Text 53"/>
          <p:cNvSpPr/>
          <p:nvPr/>
        </p:nvSpPr>
        <p:spPr>
          <a:xfrm>
            <a:off x="8183880" y="47960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7C3AE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ตารางอ้างอิง · ใช้ทั้ง Home และ Roadside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ลักษณะสถานที่ 11 ประเภท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1558138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6" name="Image 0" descr="/private/tmp/claude-501/-Users-cmmcbook-Desktop-Claude/6b1a54c5-a76b-4b4e-bd2c-fa1a67fbbca8/scratchpad/pic/p01_hom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2064" y="987552"/>
            <a:ext cx="1448410" cy="8412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" y="1033272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5"/>
          <p:cNvSpPr/>
          <p:nvPr/>
        </p:nvSpPr>
        <p:spPr>
          <a:xfrm>
            <a:off x="557784" y="103327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1828800"/>
            <a:ext cx="146669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ที่พัก / บ้านตัวเอง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25066" y="932688"/>
            <a:ext cx="1558138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1" name="Image 1" descr="/private/tmp/claude-501/-Users-cmmcbook-Desktop-Claude/6b1a54c5-a76b-4b4e-bd2c-fa1a67fbbca8/scratchpad/pic/p02_school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79930" y="987552"/>
            <a:ext cx="1448410" cy="84124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225650" y="1033272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9"/>
          <p:cNvSpPr/>
          <p:nvPr/>
        </p:nvSpPr>
        <p:spPr>
          <a:xfrm>
            <a:off x="2225650" y="103327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170786" y="1828800"/>
            <a:ext cx="146669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โรงเรียน / สถานศึกษา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792931" y="932688"/>
            <a:ext cx="1558138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6" name="Image 2" descr="/private/tmp/claude-501/-Users-cmmcbook-Desktop-Claude/6b1a54c5-a76b-4b4e-bd2c-fa1a67fbbca8/scratchpad/pic/p03_gov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47795" y="987552"/>
            <a:ext cx="1448410" cy="84124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893515" y="1033272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3"/>
          <p:cNvSpPr/>
          <p:nvPr/>
        </p:nvSpPr>
        <p:spPr>
          <a:xfrm>
            <a:off x="3893515" y="103327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838651" y="1828800"/>
            <a:ext cx="146669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ราชการ / โรงพยาบาล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60797" y="932688"/>
            <a:ext cx="1558138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21" name="Image 3" descr="/private/tmp/claude-501/-Users-cmmcbook-Desktop-Claude/6b1a54c5-a76b-4b4e-bd2c-fa1a67fbbca8/scratchpad/pic/p04_office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515661" y="987552"/>
            <a:ext cx="1448410" cy="84124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561381" y="1033272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17"/>
          <p:cNvSpPr/>
          <p:nvPr/>
        </p:nvSpPr>
        <p:spPr>
          <a:xfrm>
            <a:off x="5561381" y="103327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506517" y="1828800"/>
            <a:ext cx="146669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บริษัท / ห้าง / ธนาคาร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128662" y="932688"/>
            <a:ext cx="1558138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26" name="Image 4" descr="/private/tmp/claude-501/-Users-cmmcbook-Desktop-Claude/6b1a54c5-a76b-4b4e-bd2c-fa1a67fbbca8/scratchpad/pic/p05_market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183526" y="987552"/>
            <a:ext cx="1448410" cy="841248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229246" y="1033272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8" name="Text 21"/>
          <p:cNvSpPr/>
          <p:nvPr/>
        </p:nvSpPr>
        <p:spPr>
          <a:xfrm>
            <a:off x="7229246" y="103327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7174382" y="1828800"/>
            <a:ext cx="146669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ตลาด / ร้านค้า / ร้านอาหาร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57200" y="2395728"/>
            <a:ext cx="1558138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31" name="Image 5" descr="/private/tmp/claude-501/-Users-cmmcbook-Desktop-Claude/6b1a54c5-a76b-4b4e-bd2c-fa1a67fbbca8/scratchpad/pic/p06_factory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12064" y="2450592"/>
            <a:ext cx="1448410" cy="841248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557784" y="2496312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3" name="Text 25"/>
          <p:cNvSpPr/>
          <p:nvPr/>
        </p:nvSpPr>
        <p:spPr>
          <a:xfrm>
            <a:off x="557784" y="249631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502920" y="3291840"/>
            <a:ext cx="146669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โรงงาน / โกดัง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2125066" y="2395728"/>
            <a:ext cx="1558138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36" name="Image 6" descr="/private/tmp/claude-501/-Users-cmmcbook-Desktop-Claude/6b1a54c5-a76b-4b4e-bd2c-fa1a67fbbca8/scratchpad/pic/p07_farm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179930" y="2450592"/>
            <a:ext cx="1448410" cy="84124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2225650" y="2496312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8" name="Text 29"/>
          <p:cNvSpPr/>
          <p:nvPr/>
        </p:nvSpPr>
        <p:spPr>
          <a:xfrm>
            <a:off x="2225650" y="249631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2170786" y="3291840"/>
            <a:ext cx="146669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เกษตร / สวน / ไร่ / นา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3792931" y="2395728"/>
            <a:ext cx="1558138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1" name="Image 7" descr="/private/tmp/claude-501/-Users-cmmcbook-Desktop-Claude/6b1a54c5-a76b-4b4e-bd2c-fa1a67fbbca8/scratchpad/pic/p08_leisure.jp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847795" y="2450592"/>
            <a:ext cx="1448410" cy="841248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3893515" y="2496312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3" name="Text 33"/>
          <p:cNvSpPr/>
          <p:nvPr/>
        </p:nvSpPr>
        <p:spPr>
          <a:xfrm>
            <a:off x="3893515" y="249631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8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3838651" y="3291840"/>
            <a:ext cx="146669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ท่องเที่ยว / ออกกำลังกาย</a:t>
            </a:r>
            <a:endParaRPr lang="en-US" sz="1100" dirty="0"/>
          </a:p>
        </p:txBody>
      </p:sp>
      <p:sp>
        <p:nvSpPr>
          <p:cNvPr id="45" name="Shape 35"/>
          <p:cNvSpPr/>
          <p:nvPr/>
        </p:nvSpPr>
        <p:spPr>
          <a:xfrm>
            <a:off x="5460797" y="2395728"/>
            <a:ext cx="1558138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6" name="Image 8" descr="/private/tmp/claude-501/-Users-cmmcbook-Desktop-Claude/6b1a54c5-a76b-4b4e-bd2c-fa1a67fbbca8/scratchpad/pic/p09_temple.jp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515661" y="2450592"/>
            <a:ext cx="1448410" cy="841248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5561381" y="2496312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8" name="Text 37"/>
          <p:cNvSpPr/>
          <p:nvPr/>
        </p:nvSpPr>
        <p:spPr>
          <a:xfrm>
            <a:off x="5561381" y="249631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9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5506517" y="3291840"/>
            <a:ext cx="146669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วัด / โบสถ์ / มัสยิด</a:t>
            </a:r>
            <a:endParaRPr lang="en-US" sz="1100" dirty="0"/>
          </a:p>
        </p:txBody>
      </p:sp>
      <p:sp>
        <p:nvSpPr>
          <p:cNvPr id="50" name="Shape 39"/>
          <p:cNvSpPr/>
          <p:nvPr/>
        </p:nvSpPr>
        <p:spPr>
          <a:xfrm>
            <a:off x="7128662" y="2395728"/>
            <a:ext cx="1558138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51" name="Image 9" descr="/private/tmp/claude-501/-Users-cmmcbook-Desktop-Claude/6b1a54c5-a76b-4b4e-bd2c-fa1a67fbbca8/scratchpad/pic/p10_otherhome.jp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183526" y="2450592"/>
            <a:ext cx="1448410" cy="841248"/>
          </a:xfrm>
          <a:prstGeom prst="rect">
            <a:avLst/>
          </a:prstGeom>
        </p:spPr>
      </p:pic>
      <p:sp>
        <p:nvSpPr>
          <p:cNvPr id="52" name="Shape 40"/>
          <p:cNvSpPr/>
          <p:nvPr/>
        </p:nvSpPr>
        <p:spPr>
          <a:xfrm>
            <a:off x="7229246" y="2496312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TH" sz="400"/>
          </a:p>
        </p:txBody>
      </p:sp>
      <p:sp>
        <p:nvSpPr>
          <p:cNvPr id="53" name="Text 41"/>
          <p:cNvSpPr/>
          <p:nvPr/>
        </p:nvSpPr>
        <p:spPr>
          <a:xfrm>
            <a:off x="7229246" y="2496312"/>
            <a:ext cx="33378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10</a:t>
            </a:r>
            <a:endParaRPr lang="en-US" sz="1000" dirty="0"/>
          </a:p>
        </p:txBody>
      </p:sp>
      <p:sp>
        <p:nvSpPr>
          <p:cNvPr id="54" name="Text 42"/>
          <p:cNvSpPr/>
          <p:nvPr/>
        </p:nvSpPr>
        <p:spPr>
          <a:xfrm>
            <a:off x="7174382" y="3291840"/>
            <a:ext cx="146669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บ้านที่ไม่ใช่ของตัวเอง</a:t>
            </a:r>
            <a:endParaRPr lang="en-US" sz="1100" dirty="0"/>
          </a:p>
        </p:txBody>
      </p:sp>
      <p:sp>
        <p:nvSpPr>
          <p:cNvPr id="55" name="Shape 43"/>
          <p:cNvSpPr/>
          <p:nvPr/>
        </p:nvSpPr>
        <p:spPr>
          <a:xfrm>
            <a:off x="457200" y="3877056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6" name="Text 44"/>
          <p:cNvSpPr/>
          <p:nvPr/>
        </p:nvSpPr>
        <p:spPr>
          <a:xfrm>
            <a:off x="621792" y="3877056"/>
            <a:ext cx="79004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11  อื่น ๆ  </a:t>
            </a:r>
            <a:r>
              <a:rPr lang="en-US" sz="1200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— ใช้เมื่อไม่เข้าข้อไหนเลยจริง ๆ เท่านั้น ถ้าเลือกข้อนี้ ให้พิมพ์ระบุด้วยว่าที่ไหน</a:t>
            </a:r>
            <a:endParaRPr lang="en-US" sz="1200" dirty="0"/>
          </a:p>
        </p:txBody>
      </p:sp>
      <p:sp>
        <p:nvSpPr>
          <p:cNvPr id="57" name="Shape 4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8" name="Text 46"/>
          <p:cNvSpPr/>
          <p:nvPr/>
        </p:nvSpPr>
        <p:spPr>
          <a:xfrm>
            <a:off x="457200" y="479602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เลือกตามลักษณะของสถานที่ ไม่ใช่ตามสิ่งที่ไปทำ</a:t>
            </a:r>
            <a:endParaRPr lang="en-US" sz="1000" dirty="0"/>
          </a:p>
        </p:txBody>
      </p:sp>
      <p:sp>
        <p:nvSpPr>
          <p:cNvPr id="59" name="Text 47"/>
          <p:cNvSpPr/>
          <p:nvPr/>
        </p:nvSpPr>
        <p:spPr>
          <a:xfrm>
            <a:off x="8183880" y="47960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7C3AE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ตารางอ้างอิง · ใช้ทั้ง Home และ Roadside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วัตถุประสงค์การเดินทาง 11 ข้อ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ถามว่า "ไปทำอะไร" แล้วจับเข้าข้อที่ตรงที่สุด — ดูที่จุดหมายปลายทาง ไม่ใช่จุดที่ออกมา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7510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🏠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50976" y="126187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กลับบ้าน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" y="164592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กลับที่พักของตัวเอง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1188720"/>
            <a:ext cx="197510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2633472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💼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035808" y="126187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ไปทำงาน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70048" y="164592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ไปโรงงาน ไร่นา ร้านของตัวเอง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188720"/>
            <a:ext cx="197510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4718304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📚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120640" y="126187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ไปเรียนหนังสือ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64592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รวมไปส่งลูกแล้วกลับ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11696" y="1188720"/>
            <a:ext cx="197510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803136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🏛️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205472" y="126187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ติดต่อราชการ / ธุรกิจ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39712" y="164592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อำเภอ ธนาคาร ติดต่องาน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212848"/>
            <a:ext cx="197510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54864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🏥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0976" y="2286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ไปโรงพยาบาล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5216" y="2670048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รพ. คลินิก อนามัย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42032" y="2212848"/>
            <a:ext cx="197510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2633472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📦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035808" y="2286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รับส่งคน หรือ สินค้า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70048" y="2670048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ไปรับ-ส่งอย่างเดียว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26864" y="2212848"/>
            <a:ext cx="197510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4718304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🛒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120640" y="2286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ช้อปปิ้ง / ซื้อของ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2670048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ตลาด ร้านค้า ห้าง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11696" y="2212848"/>
            <a:ext cx="197510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6803136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🍽️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205472" y="2286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รับประทานอาหาร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39712" y="2670048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ไปกินข้าวนอกบ้าน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236976"/>
            <a:ext cx="197510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9" name="Text 37"/>
          <p:cNvSpPr/>
          <p:nvPr/>
        </p:nvSpPr>
        <p:spPr>
          <a:xfrm>
            <a:off x="548640" y="3310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🏖️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950976" y="331012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ท่องเที่ยว / ออกกำลังกาย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85216" y="3694176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เที่ยว พักผ่อน เล่นกีฬา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542032" y="3236976"/>
            <a:ext cx="197510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3" name="Text 41"/>
          <p:cNvSpPr/>
          <p:nvPr/>
        </p:nvSpPr>
        <p:spPr>
          <a:xfrm>
            <a:off x="2633472" y="3310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⛩️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3035808" y="331012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ทำกิจกรรมทางศาสนา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670048" y="3694176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ทำบุญ ไปวัด งานบวช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26864" y="3236976"/>
            <a:ext cx="197510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7" name="Text 45"/>
          <p:cNvSpPr/>
          <p:nvPr/>
        </p:nvSpPr>
        <p:spPr>
          <a:xfrm>
            <a:off x="4718304" y="3310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❓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5120640" y="331012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อื่น ๆ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54880" y="3694176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ไม่เข้าข้อไหนเลย — พิมพ์ระบุ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11696" y="3236976"/>
            <a:ext cx="1975104" cy="932688"/>
          </a:xfrm>
          <a:prstGeom prst="roundRect">
            <a:avLst>
              <a:gd name="adj" fmla="val 686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1" name="Shape 49"/>
          <p:cNvSpPr/>
          <p:nvPr/>
        </p:nvSpPr>
        <p:spPr>
          <a:xfrm>
            <a:off x="6711696" y="3236976"/>
            <a:ext cx="50292" cy="9326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2" name="Text 50"/>
          <p:cNvSpPr/>
          <p:nvPr/>
        </p:nvSpPr>
        <p:spPr>
          <a:xfrm>
            <a:off x="6894576" y="3273552"/>
            <a:ext cx="16459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⚠️  </a:t>
            </a:r>
            <a:r>
              <a:rPr lang="en-US" sz="1200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ขากลับที่พัก = "กลับบ้าน" เสมอ ไม่ใช่วัตถุประสงค์ของขาไป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4" name="Text 52"/>
          <p:cNvSpPr/>
          <p:nvPr/>
        </p:nvSpPr>
        <p:spPr>
          <a:xfrm>
            <a:off x="457200" y="479602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ตอบไม่ได้จริง ๆ ค่อยเลือก "อื่น ๆ" — อย่าใช้เป็นทางลัด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183880" y="47960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ก่อนเลิกงานทุกวัน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เช็ก 4 อย่างนี้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822960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66928" y="10241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52144" y="1042416"/>
            <a:ext cx="7351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เปิดแอปตอนมีเน็ตสักครั้ง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52144" y="1353312"/>
            <a:ext cx="73517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ให้ข้อมูลที่ค้างอยู่ในเครื่องได้ส่งขึ้นระบบ · ดูมุมล่างซ้ายว่าขึ้น "sync ล่าสุด" เมื่อไม่นานมานี้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822960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66928" y="19751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52144" y="1993392"/>
            <a:ext cx="7351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ไล่แก้รายการที่ยังไม่ครบ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52144" y="2304288"/>
            <a:ext cx="73517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Home = กรองบ้าน "พิกัดไม่ครบ" · Roadside = กรอง "⚠️ ไม่สมบูรณ์" แล้วแก้ให้เป็นสีเขียว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52928"/>
            <a:ext cx="822960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566928" y="2926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52144" y="2944368"/>
            <a:ext cx="7351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วันที่-เวลาของเครื่องต้องตรง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2144" y="3255264"/>
            <a:ext cx="73517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ถ้าขึ้นแถบแดงเตือนว่านาฬิกาผิด ต้องแก้ทันที ไม่งั้นข้อมูลที่เก็บอาจไม่ถูกนับ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03904"/>
            <a:ext cx="822960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566928" y="38770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52144" y="3895344"/>
            <a:ext cx="7351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ชาร์จแบตให้เต็มก่อนออกงาน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2144" y="4206240"/>
            <a:ext cx="73517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เปิด GPS ทั้งวันกินแบตเร็ว พกแบตสำรองไปด้วย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457200" y="479602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มีปัญหาที่แก้เองไม่ได้ → แจ้งผู้ควบคุมทันที อย่าเก็บไว้จนจบวัน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83880" y="47960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พร้อมลงพื้นที่แล้ว 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3C5F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เก็บให้ครบ ดีกว่าเก็บให้เร็ว — ข้อมูลที่ไม่ครบต้องกลับไปทำใหม่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สงสัยตรงไหน ถามผู้ควบคุมได้ตลอดเวลา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ที่มาของภาพ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เครดิตภาพประกอบ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ภาพประกอบทั้งหมดมาจาก Wikimedia Commons ภายใต้สัญญาอนุญาตที่เผยแพร่ซ้ำได้ (CC0 / CC BY / CC BY-SA / สาธารณสมบัติ)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Roadster bicycle (Dutch) — CC BY-SA 4.0</a:t>
            </a:r>
            <a:endParaRPr lang="en-US" sz="8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National Museum KL 2008 (153) — Public domain</a:t>
            </a:r>
            <a:endParaRPr lang="en-US" sz="8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Honda Wave 100 2007 — CC BY-SA 3.0</a:t>
            </a:r>
            <a:endParaRPr lang="en-US" sz="8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Udon Thani - Tuk-Tuk Shop - 0001 — CC BY-SA 3.0</a:t>
            </a:r>
            <a:endParaRPr lang="en-US" sz="8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1998-1999 Perodua Kembara SUV (29-10-2017) 04 — CC BY-SA 4.0</a:t>
            </a:r>
            <a:endParaRPr lang="en-US" sz="8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Hino Songthaew in Phuket, Thailand (17277602896) — CC BY 2.0</a:t>
            </a:r>
            <a:endParaRPr lang="en-US" sz="8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Intercity buses in Ayutthaya — CC0</a:t>
            </a:r>
            <a:endParaRPr lang="en-US" sz="8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ISUZU ELF, 5th Gen, wide-cab-type, Carrier car — CC BY-SA 3.0</a:t>
            </a:r>
            <a:endParaRPr lang="en-US" sz="8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2002 Isuzu Elf 01 — CC BY-SA 3.0</a:t>
            </a:r>
            <a:endParaRPr lang="en-US" sz="8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- panoramio - Mozhar (52) — CC BY-SA 3.0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1261872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Bannonglee singburi — CC BY-SA 3.0</a:t>
            </a:r>
            <a:endParaRPr lang="en-US" sz="8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Bangkok Hospital (Korat) — CC BY-SA 3.0</a:t>
            </a:r>
            <a:endParaRPr lang="en-US" sz="8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DTAC 01 — CC BY-SA 3.0</a:t>
            </a:r>
            <a:endParaRPr lang="en-US" sz="8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MARKT GRENZE BAN LAEM THAILAND CAMBODIA 18 FEBRUAR 2010 KAI - panoramio - KAI LARS SCHERER — CC BY 3.0</a:t>
            </a:r>
            <a:endParaRPr lang="en-US" sz="8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BYD Auto (Thailand) Co., Ltd. manufacturing plant in Rayong, Thailand — CC BY 3.0</a:t>
            </a:r>
            <a:endParaRPr lang="en-US" sz="8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Gathering in the harvest - panoramio — CC BY-SA 3.0</a:t>
            </a:r>
            <a:endParaRPr lang="en-US" sz="8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King Rama VI Monument at Lumphini Park — CC BY 2.5</a:t>
            </a:r>
            <a:endParaRPr lang="en-US" sz="8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AngThongWThaSuthawat-0609b — CC BY-SA 3.0</a:t>
            </a:r>
            <a:endParaRPr lang="en-US" sz="8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Bang Pa In - panoramio — CC BY-SA 3.0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479602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รายละเอียดผู้ถ่ายแต่ละภาพดูได้ที่ commons.wikimedia.org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83880" y="47960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Kanit" panose="020F0302020204030204"/>
        <a:ea typeface="Kanit"/>
        <a:cs typeface="Kanit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Kanit" panose="020F0502020204030204"/>
        <a:ea typeface="Kanit"/>
        <a:cs typeface="Kanit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2010</Words>
  <Application>Microsoft Macintosh PowerPoint</Application>
  <PresentationFormat>On-screen Show (16:9)</PresentationFormat>
  <Paragraphs>316</Paragraphs>
  <Slides>19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Kanit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คู่มือผู้สำรวจ</dc:title>
  <dc:subject>PptxGenJS Presentation</dc:subject>
  <dc:creator>โครงการสำรวจการเดินทาง อ.บ้านไผ่</dc:creator>
  <cp:lastModifiedBy>ExCITE CMU</cp:lastModifiedBy>
  <cp:revision>4</cp:revision>
  <dcterms:created xsi:type="dcterms:W3CDTF">2026-08-09T08:10:24Z</dcterms:created>
  <dcterms:modified xsi:type="dcterms:W3CDTF">2026-08-09T09:30:21Z</dcterms:modified>
</cp:coreProperties>
</file>